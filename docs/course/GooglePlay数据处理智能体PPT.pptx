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进入聚类</c:v>
                </c:pt>
              </c:strCache>
            </c:strRef>
          </c:tx>
          <c:spPr>
            <a:solidFill>
              <a:srgbClr val="236DB2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3879F"/>
              </a:solidFill>
            </c:spPr>
          </c:dPt>
          <c:dPt>
            <c:idx val="1"/>
            <c:invertIfNegative val="0"/>
            <c:bubble3D val="0"/>
            <c:spPr>
              <a:solidFill>
                <a:srgbClr val="087F83"/>
              </a:solidFill>
            </c:spPr>
          </c:dPt>
          <c:dPt>
            <c:idx val="2"/>
            <c:invertIfNegative val="0"/>
            <c:bubble3D val="0"/>
            <c:spPr>
              <a:solidFill>
                <a:srgbClr val="7750A5"/>
              </a:solidFill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2000" b="1" i="0" u="none" strike="noStrike" kern="1200" baseline="0">
                    <a:solidFill>
                      <a:schemeClr val="bg1"/>
                    </a:solidFill>
                    <a:latin typeface="Yu Gothic Medium" panose="020B0500000000000000" charset="-128"/>
                    <a:ea typeface="Yu Gothic Medium" panose="020B0500000000000000" charset="-128"/>
                    <a:cs typeface="Yu Gothic Medium" panose="020B0500000000000000" charset="-128"/>
                    <a:sym typeface="Yu Gothic Medium" panose="020B0500000000000000" charset="-128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最低必要</c:v>
                </c:pt>
                <c:pt idx="1">
                  <c:v>固定规则</c:v>
                </c:pt>
                <c:pt idx="2">
                  <c:v>智能体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7729</c:v>
                </c:pt>
                <c:pt idx="1">
                  <c:v>10357</c:v>
                </c:pt>
                <c:pt idx="2">
                  <c:v>8892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3CED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2000"/>
          <c:min val="0"/>
        </c:scaling>
        <c:delete val="0"/>
        <c:axPos val="l"/>
        <c:majorGridlines>
          <c:spPr>
            <a:ln w="7620">
              <a:solidFill>
                <a:srgbClr val="E1E7EE"/>
              </a:solidFill>
              <a:prstDash val="solid"/>
              <a:round/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3CED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4000"/>
      </c:valAx>
    </c:plotArea>
    <c:plotVisOnly val="1"/>
    <c:dispBlanksAs val="gap"/>
    <c:showDLblsOverMax val="0"/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marker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较大规模免费</c:v>
                </c:pt>
              </c:strCache>
            </c:strRef>
          </c:tx>
          <c:spPr>
            <a:ln w="38100" cap="rnd">
              <a:noFill/>
              <a:prstDash val="solid"/>
              <a:round/>
            </a:ln>
          </c:spPr>
          <c:marker>
            <c:symbol val="circle"/>
            <c:size val="5"/>
            <c:spPr>
              <a:solidFill>
                <a:srgbClr val="236DB2">
                  <a:alpha val="50000"/>
                </a:srgbClr>
              </a:solidFill>
              <a:ln w="5715">
                <a:solidFill>
                  <a:srgbClr val="236DB2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'Chart Data'!$A$2:$A$779</c:f>
              <c:numCache>
                <c:formatCode>General</c:formatCode>
                <c:ptCount val="778"/>
                <c:pt idx="0">
                  <c:v>0.809277</c:v>
                </c:pt>
                <c:pt idx="1">
                  <c:v>0.180187</c:v>
                </c:pt>
                <c:pt idx="2">
                  <c:v>0.075192</c:v>
                </c:pt>
                <c:pt idx="3">
                  <c:v>0.905699</c:v>
                </c:pt>
                <c:pt idx="4">
                  <c:v>1.489089</c:v>
                </c:pt>
                <c:pt idx="5">
                  <c:v>1.71893</c:v>
                </c:pt>
                <c:pt idx="6">
                  <c:v>-0.017212</c:v>
                </c:pt>
                <c:pt idx="7">
                  <c:v>0.766912</c:v>
                </c:pt>
                <c:pt idx="8">
                  <c:v>0.390514</c:v>
                </c:pt>
                <c:pt idx="9">
                  <c:v>0.558082</c:v>
                </c:pt>
                <c:pt idx="10">
                  <c:v>0.080118</c:v>
                </c:pt>
                <c:pt idx="11">
                  <c:v>0.471773</c:v>
                </c:pt>
                <c:pt idx="12">
                  <c:v>0.098583</c:v>
                </c:pt>
                <c:pt idx="13">
                  <c:v>0.528437</c:v>
                </c:pt>
                <c:pt idx="14">
                  <c:v>1.386589</c:v>
                </c:pt>
                <c:pt idx="15">
                  <c:v>1.073927</c:v>
                </c:pt>
                <c:pt idx="16">
                  <c:v>1.402205</c:v>
                </c:pt>
                <c:pt idx="17">
                  <c:v>0.373017</c:v>
                </c:pt>
                <c:pt idx="18">
                  <c:v>0.055116</c:v>
                </c:pt>
                <c:pt idx="19">
                  <c:v>1.34817</c:v>
                </c:pt>
                <c:pt idx="20">
                  <c:v>1.122726</c:v>
                </c:pt>
                <c:pt idx="21">
                  <c:v>1.067161</c:v>
                </c:pt>
                <c:pt idx="22">
                  <c:v>1.928791</c:v>
                </c:pt>
                <c:pt idx="23">
                  <c:v>0.2258</c:v>
                </c:pt>
                <c:pt idx="24">
                  <c:v>0.019457</c:v>
                </c:pt>
                <c:pt idx="25">
                  <c:v>1.096775</c:v>
                </c:pt>
                <c:pt idx="26">
                  <c:v>0.281396</c:v>
                </c:pt>
                <c:pt idx="27">
                  <c:v>2.711328</c:v>
                </c:pt>
                <c:pt idx="28">
                  <c:v>2.059505</c:v>
                </c:pt>
                <c:pt idx="29">
                  <c:v>0.972942</c:v>
                </c:pt>
                <c:pt idx="30">
                  <c:v>2.15235</c:v>
                </c:pt>
                <c:pt idx="31">
                  <c:v>2.264359</c:v>
                </c:pt>
                <c:pt idx="32">
                  <c:v>2.495041</c:v>
                </c:pt>
                <c:pt idx="33">
                  <c:v>1.342191</c:v>
                </c:pt>
                <c:pt idx="34">
                  <c:v>2.761931</c:v>
                </c:pt>
                <c:pt idx="35">
                  <c:v>2.152351</c:v>
                </c:pt>
                <c:pt idx="36">
                  <c:v>2.541053</c:v>
                </c:pt>
                <c:pt idx="37">
                  <c:v>1.465674</c:v>
                </c:pt>
                <c:pt idx="38">
                  <c:v>1.396502</c:v>
                </c:pt>
                <c:pt idx="39">
                  <c:v>1.394872</c:v>
                </c:pt>
                <c:pt idx="40">
                  <c:v>1.30342</c:v>
                </c:pt>
                <c:pt idx="41">
                  <c:v>1.394871</c:v>
                </c:pt>
                <c:pt idx="42">
                  <c:v>2.805007</c:v>
                </c:pt>
                <c:pt idx="43">
                  <c:v>1.400858</c:v>
                </c:pt>
                <c:pt idx="44">
                  <c:v>1.502359</c:v>
                </c:pt>
                <c:pt idx="45">
                  <c:v>0.473824</c:v>
                </c:pt>
                <c:pt idx="46">
                  <c:v>2.711335</c:v>
                </c:pt>
                <c:pt idx="47">
                  <c:v>1.521428</c:v>
                </c:pt>
                <c:pt idx="48">
                  <c:v>1.518294</c:v>
                </c:pt>
                <c:pt idx="49">
                  <c:v>0.185634</c:v>
                </c:pt>
                <c:pt idx="50">
                  <c:v>0.318605</c:v>
                </c:pt>
                <c:pt idx="51">
                  <c:v>1.163125</c:v>
                </c:pt>
                <c:pt idx="52">
                  <c:v>0.546356</c:v>
                </c:pt>
                <c:pt idx="53">
                  <c:v>1.368658</c:v>
                </c:pt>
                <c:pt idx="54">
                  <c:v>0.081236</c:v>
                </c:pt>
                <c:pt idx="55">
                  <c:v>0.43254</c:v>
                </c:pt>
                <c:pt idx="56">
                  <c:v>0.546397</c:v>
                </c:pt>
                <c:pt idx="57">
                  <c:v>1.368661</c:v>
                </c:pt>
                <c:pt idx="58">
                  <c:v>0.475617</c:v>
                </c:pt>
                <c:pt idx="59">
                  <c:v>1.406351</c:v>
                </c:pt>
                <c:pt idx="60">
                  <c:v>-0.023558</c:v>
                </c:pt>
                <c:pt idx="61">
                  <c:v>0.493844</c:v>
                </c:pt>
                <c:pt idx="62">
                  <c:v>1.646057</c:v>
                </c:pt>
                <c:pt idx="63">
                  <c:v>1.014681</c:v>
                </c:pt>
                <c:pt idx="64">
                  <c:v>1.958195</c:v>
                </c:pt>
                <c:pt idx="65">
                  <c:v>1.299858</c:v>
                </c:pt>
                <c:pt idx="66">
                  <c:v>0.58465</c:v>
                </c:pt>
                <c:pt idx="67">
                  <c:v>0.0476</c:v>
                </c:pt>
                <c:pt idx="68">
                  <c:v>2.676553</c:v>
                </c:pt>
                <c:pt idx="69">
                  <c:v>1.317169</c:v>
                </c:pt>
                <c:pt idx="70">
                  <c:v>1.171903</c:v>
                </c:pt>
                <c:pt idx="71">
                  <c:v>1.371665</c:v>
                </c:pt>
                <c:pt idx="72">
                  <c:v>1.600099</c:v>
                </c:pt>
                <c:pt idx="73">
                  <c:v>1.958202</c:v>
                </c:pt>
                <c:pt idx="74">
                  <c:v>1.600103</c:v>
                </c:pt>
                <c:pt idx="75">
                  <c:v>0.811826</c:v>
                </c:pt>
                <c:pt idx="76">
                  <c:v>0.774127</c:v>
                </c:pt>
                <c:pt idx="77">
                  <c:v>0.433533</c:v>
                </c:pt>
                <c:pt idx="78">
                  <c:v>0.634642</c:v>
                </c:pt>
                <c:pt idx="79">
                  <c:v>0.596261</c:v>
                </c:pt>
                <c:pt idx="80">
                  <c:v>0.831943</c:v>
                </c:pt>
                <c:pt idx="81">
                  <c:v>1.834949</c:v>
                </c:pt>
                <c:pt idx="82">
                  <c:v>1.565442</c:v>
                </c:pt>
                <c:pt idx="83">
                  <c:v>0.413168</c:v>
                </c:pt>
                <c:pt idx="84">
                  <c:v>0.592304</c:v>
                </c:pt>
                <c:pt idx="85">
                  <c:v>2.002039</c:v>
                </c:pt>
                <c:pt idx="86">
                  <c:v>2.6271</c:v>
                </c:pt>
                <c:pt idx="87">
                  <c:v>0.387936</c:v>
                </c:pt>
                <c:pt idx="88">
                  <c:v>1.553571</c:v>
                </c:pt>
                <c:pt idx="89">
                  <c:v>0.654136</c:v>
                </c:pt>
                <c:pt idx="90">
                  <c:v>1.509204</c:v>
                </c:pt>
                <c:pt idx="91">
                  <c:v>1.405879</c:v>
                </c:pt>
                <c:pt idx="92">
                  <c:v>1.602189</c:v>
                </c:pt>
                <c:pt idx="93">
                  <c:v>0.728604</c:v>
                </c:pt>
                <c:pt idx="94">
                  <c:v>1.419296</c:v>
                </c:pt>
                <c:pt idx="95">
                  <c:v>0.834541</c:v>
                </c:pt>
                <c:pt idx="96">
                  <c:v>1.544349</c:v>
                </c:pt>
                <c:pt idx="97">
                  <c:v>1.003998</c:v>
                </c:pt>
                <c:pt idx="98">
                  <c:v>0.664162</c:v>
                </c:pt>
                <c:pt idx="99">
                  <c:v>0.654571</c:v>
                </c:pt>
                <c:pt idx="100">
                  <c:v>0.276833</c:v>
                </c:pt>
                <c:pt idx="101">
                  <c:v>0.356144</c:v>
                </c:pt>
                <c:pt idx="102">
                  <c:v>0.422692</c:v>
                </c:pt>
                <c:pt idx="103">
                  <c:v>1.082937</c:v>
                </c:pt>
                <c:pt idx="104">
                  <c:v>0.694533</c:v>
                </c:pt>
                <c:pt idx="105">
                  <c:v>0.69405</c:v>
                </c:pt>
                <c:pt idx="106">
                  <c:v>1.258338</c:v>
                </c:pt>
                <c:pt idx="107">
                  <c:v>0.209597</c:v>
                </c:pt>
                <c:pt idx="108">
                  <c:v>1.47089</c:v>
                </c:pt>
                <c:pt idx="109">
                  <c:v>0.799466</c:v>
                </c:pt>
                <c:pt idx="110">
                  <c:v>0.814549</c:v>
                </c:pt>
                <c:pt idx="111">
                  <c:v>0.895223</c:v>
                </c:pt>
                <c:pt idx="112">
                  <c:v>0.675663</c:v>
                </c:pt>
                <c:pt idx="113">
                  <c:v>1.949862</c:v>
                </c:pt>
                <c:pt idx="114">
                  <c:v>1.804383</c:v>
                </c:pt>
                <c:pt idx="115">
                  <c:v>2.18116</c:v>
                </c:pt>
                <c:pt idx="116">
                  <c:v>0.627031</c:v>
                </c:pt>
                <c:pt idx="117">
                  <c:v>0.121188</c:v>
                </c:pt>
                <c:pt idx="118">
                  <c:v>1.504248</c:v>
                </c:pt>
                <c:pt idx="119">
                  <c:v>0.597358</c:v>
                </c:pt>
                <c:pt idx="120">
                  <c:v>1.952891</c:v>
                </c:pt>
                <c:pt idx="121">
                  <c:v>1.428858</c:v>
                </c:pt>
                <c:pt idx="122">
                  <c:v>0.540969</c:v>
                </c:pt>
                <c:pt idx="123">
                  <c:v>0.673073</c:v>
                </c:pt>
                <c:pt idx="124">
                  <c:v>0.01126</c:v>
                </c:pt>
                <c:pt idx="125">
                  <c:v>1.100957</c:v>
                </c:pt>
                <c:pt idx="126">
                  <c:v>0.326149</c:v>
                </c:pt>
                <c:pt idx="127">
                  <c:v>1.068078</c:v>
                </c:pt>
                <c:pt idx="128">
                  <c:v>1.381244</c:v>
                </c:pt>
                <c:pt idx="129">
                  <c:v>1.71089</c:v>
                </c:pt>
                <c:pt idx="130">
                  <c:v>1.302925</c:v>
                </c:pt>
                <c:pt idx="131">
                  <c:v>1.757618</c:v>
                </c:pt>
                <c:pt idx="132">
                  <c:v>0.346634</c:v>
                </c:pt>
                <c:pt idx="133">
                  <c:v>1.750271</c:v>
                </c:pt>
                <c:pt idx="134">
                  <c:v>0.998681</c:v>
                </c:pt>
                <c:pt idx="135">
                  <c:v>0.701665</c:v>
                </c:pt>
                <c:pt idx="136">
                  <c:v>1.763772</c:v>
                </c:pt>
                <c:pt idx="137">
                  <c:v>1.146993</c:v>
                </c:pt>
                <c:pt idx="138">
                  <c:v>0.505285</c:v>
                </c:pt>
                <c:pt idx="139">
                  <c:v>1.385548</c:v>
                </c:pt>
                <c:pt idx="140">
                  <c:v>1.441324</c:v>
                </c:pt>
                <c:pt idx="141">
                  <c:v>0.453318</c:v>
                </c:pt>
                <c:pt idx="142">
                  <c:v>0.388803</c:v>
                </c:pt>
                <c:pt idx="143">
                  <c:v>1.318808</c:v>
                </c:pt>
                <c:pt idx="144">
                  <c:v>1.422038</c:v>
                </c:pt>
                <c:pt idx="145">
                  <c:v>0.659971</c:v>
                </c:pt>
                <c:pt idx="146">
                  <c:v>0.875817</c:v>
                </c:pt>
                <c:pt idx="147">
                  <c:v>2.231552</c:v>
                </c:pt>
                <c:pt idx="148">
                  <c:v>1.070421</c:v>
                </c:pt>
                <c:pt idx="149">
                  <c:v>1.327781</c:v>
                </c:pt>
                <c:pt idx="150">
                  <c:v>1.750289</c:v>
                </c:pt>
                <c:pt idx="151">
                  <c:v>2.231552</c:v>
                </c:pt>
                <c:pt idx="152">
                  <c:v>0.864809</c:v>
                </c:pt>
                <c:pt idx="153">
                  <c:v>0.857366</c:v>
                </c:pt>
                <c:pt idx="154">
                  <c:v>1.512518</c:v>
                </c:pt>
                <c:pt idx="155">
                  <c:v>0.47058</c:v>
                </c:pt>
                <c:pt idx="156">
                  <c:v>-0.062117</c:v>
                </c:pt>
                <c:pt idx="157">
                  <c:v>1.479659</c:v>
                </c:pt>
                <c:pt idx="158">
                  <c:v>0.534003</c:v>
                </c:pt>
                <c:pt idx="159">
                  <c:v>0.420264</c:v>
                </c:pt>
                <c:pt idx="160">
                  <c:v>0.723598</c:v>
                </c:pt>
                <c:pt idx="161">
                  <c:v>0.066164</c:v>
                </c:pt>
                <c:pt idx="162">
                  <c:v>0.730096</c:v>
                </c:pt>
                <c:pt idx="163">
                  <c:v>0.176929</c:v>
                </c:pt>
                <c:pt idx="164">
                  <c:v>1.592166</c:v>
                </c:pt>
                <c:pt idx="165">
                  <c:v>0.117147</c:v>
                </c:pt>
                <c:pt idx="166">
                  <c:v>0.075691</c:v>
                </c:pt>
                <c:pt idx="167">
                  <c:v>0.139654</c:v>
                </c:pt>
                <c:pt idx="168">
                  <c:v>0.551976</c:v>
                </c:pt>
                <c:pt idx="169">
                  <c:v>1.096078</c:v>
                </c:pt>
                <c:pt idx="170">
                  <c:v>1.398217</c:v>
                </c:pt>
                <c:pt idx="171">
                  <c:v>1.650472</c:v>
                </c:pt>
                <c:pt idx="172">
                  <c:v>0.046675</c:v>
                </c:pt>
                <c:pt idx="173">
                  <c:v>1.041967</c:v>
                </c:pt>
                <c:pt idx="174">
                  <c:v>1.865957</c:v>
                </c:pt>
                <c:pt idx="175">
                  <c:v>0.100254</c:v>
                </c:pt>
                <c:pt idx="176">
                  <c:v>0.203869</c:v>
                </c:pt>
                <c:pt idx="177">
                  <c:v>0.803682</c:v>
                </c:pt>
                <c:pt idx="178">
                  <c:v>0.825639</c:v>
                </c:pt>
                <c:pt idx="179">
                  <c:v>0.592462</c:v>
                </c:pt>
                <c:pt idx="180">
                  <c:v>-0.052941</c:v>
                </c:pt>
                <c:pt idx="181">
                  <c:v>1.279023</c:v>
                </c:pt>
                <c:pt idx="182">
                  <c:v>0.343139</c:v>
                </c:pt>
                <c:pt idx="183">
                  <c:v>3.672443</c:v>
                </c:pt>
                <c:pt idx="184">
                  <c:v>3.476058</c:v>
                </c:pt>
                <c:pt idx="185">
                  <c:v>1.992708</c:v>
                </c:pt>
                <c:pt idx="186">
                  <c:v>0.663239</c:v>
                </c:pt>
                <c:pt idx="187">
                  <c:v>2.333943</c:v>
                </c:pt>
                <c:pt idx="188">
                  <c:v>1.650625</c:v>
                </c:pt>
                <c:pt idx="189">
                  <c:v>2.764406</c:v>
                </c:pt>
                <c:pt idx="190">
                  <c:v>1.966399</c:v>
                </c:pt>
                <c:pt idx="191">
                  <c:v>2.905405</c:v>
                </c:pt>
                <c:pt idx="192">
                  <c:v>1.794744</c:v>
                </c:pt>
                <c:pt idx="193">
                  <c:v>2.121518</c:v>
                </c:pt>
                <c:pt idx="194">
                  <c:v>2.902005</c:v>
                </c:pt>
                <c:pt idx="195">
                  <c:v>2.686002</c:v>
                </c:pt>
                <c:pt idx="196">
                  <c:v>0.872924</c:v>
                </c:pt>
                <c:pt idx="197">
                  <c:v>2.983778</c:v>
                </c:pt>
                <c:pt idx="198">
                  <c:v>0.678471</c:v>
                </c:pt>
                <c:pt idx="199">
                  <c:v>2.062736</c:v>
                </c:pt>
                <c:pt idx="200">
                  <c:v>0.568156</c:v>
                </c:pt>
                <c:pt idx="201">
                  <c:v>2.212645</c:v>
                </c:pt>
                <c:pt idx="202">
                  <c:v>2.520241</c:v>
                </c:pt>
                <c:pt idx="203">
                  <c:v>2.436685</c:v>
                </c:pt>
                <c:pt idx="204">
                  <c:v>2.096681</c:v>
                </c:pt>
                <c:pt idx="205">
                  <c:v>1.858544</c:v>
                </c:pt>
                <c:pt idx="206">
                  <c:v>1.910425</c:v>
                </c:pt>
                <c:pt idx="207">
                  <c:v>2.151269</c:v>
                </c:pt>
                <c:pt idx="208">
                  <c:v>2.271099</c:v>
                </c:pt>
                <c:pt idx="209">
                  <c:v>1.825972</c:v>
                </c:pt>
                <c:pt idx="210">
                  <c:v>2.905507</c:v>
                </c:pt>
                <c:pt idx="211">
                  <c:v>1.87782</c:v>
                </c:pt>
                <c:pt idx="212">
                  <c:v>2.180959</c:v>
                </c:pt>
                <c:pt idx="213">
                  <c:v>2.23117</c:v>
                </c:pt>
                <c:pt idx="214">
                  <c:v>2.267528</c:v>
                </c:pt>
                <c:pt idx="215">
                  <c:v>2.173299</c:v>
                </c:pt>
                <c:pt idx="216">
                  <c:v>2.026997</c:v>
                </c:pt>
                <c:pt idx="217">
                  <c:v>2.078433</c:v>
                </c:pt>
                <c:pt idx="218">
                  <c:v>3.165471</c:v>
                </c:pt>
                <c:pt idx="219">
                  <c:v>2.454257</c:v>
                </c:pt>
                <c:pt idx="220">
                  <c:v>2.037659</c:v>
                </c:pt>
                <c:pt idx="221">
                  <c:v>2.523084</c:v>
                </c:pt>
                <c:pt idx="222">
                  <c:v>-0.015757</c:v>
                </c:pt>
                <c:pt idx="223">
                  <c:v>1.90921</c:v>
                </c:pt>
                <c:pt idx="224">
                  <c:v>2.041196</c:v>
                </c:pt>
                <c:pt idx="225">
                  <c:v>1.528681</c:v>
                </c:pt>
                <c:pt idx="226">
                  <c:v>0.632703</c:v>
                </c:pt>
                <c:pt idx="227">
                  <c:v>0.663292</c:v>
                </c:pt>
                <c:pt idx="228">
                  <c:v>1.179345</c:v>
                </c:pt>
                <c:pt idx="229">
                  <c:v>2.454263</c:v>
                </c:pt>
                <c:pt idx="230">
                  <c:v>0.612589</c:v>
                </c:pt>
                <c:pt idx="231">
                  <c:v>0.935151</c:v>
                </c:pt>
                <c:pt idx="232">
                  <c:v>1.050142</c:v>
                </c:pt>
                <c:pt idx="233">
                  <c:v>1.699132</c:v>
                </c:pt>
                <c:pt idx="234">
                  <c:v>0.615279</c:v>
                </c:pt>
                <c:pt idx="235">
                  <c:v>0.850656</c:v>
                </c:pt>
                <c:pt idx="236">
                  <c:v>1.575522</c:v>
                </c:pt>
                <c:pt idx="237">
                  <c:v>1.572323</c:v>
                </c:pt>
                <c:pt idx="238">
                  <c:v>1.30612</c:v>
                </c:pt>
                <c:pt idx="239">
                  <c:v>2.080629</c:v>
                </c:pt>
                <c:pt idx="240">
                  <c:v>-0.011071</c:v>
                </c:pt>
                <c:pt idx="241">
                  <c:v>0.576977</c:v>
                </c:pt>
                <c:pt idx="242">
                  <c:v>0.616017</c:v>
                </c:pt>
                <c:pt idx="243">
                  <c:v>1.557281</c:v>
                </c:pt>
                <c:pt idx="244">
                  <c:v>2.723544</c:v>
                </c:pt>
                <c:pt idx="245">
                  <c:v>1.035579</c:v>
                </c:pt>
                <c:pt idx="246">
                  <c:v>2.389103</c:v>
                </c:pt>
                <c:pt idx="247">
                  <c:v>0.928968</c:v>
                </c:pt>
                <c:pt idx="248">
                  <c:v>0.447454</c:v>
                </c:pt>
                <c:pt idx="249">
                  <c:v>0.969667</c:v>
                </c:pt>
                <c:pt idx="250">
                  <c:v>0.14821</c:v>
                </c:pt>
                <c:pt idx="251">
                  <c:v>0.204011</c:v>
                </c:pt>
                <c:pt idx="252">
                  <c:v>-0.018758</c:v>
                </c:pt>
                <c:pt idx="253">
                  <c:v>0.074568</c:v>
                </c:pt>
                <c:pt idx="254">
                  <c:v>3.209274</c:v>
                </c:pt>
                <c:pt idx="255">
                  <c:v>2.749588</c:v>
                </c:pt>
                <c:pt idx="256">
                  <c:v>2.427898</c:v>
                </c:pt>
                <c:pt idx="257">
                  <c:v>0.803363</c:v>
                </c:pt>
                <c:pt idx="258">
                  <c:v>1.262972</c:v>
                </c:pt>
                <c:pt idx="259">
                  <c:v>1.723271</c:v>
                </c:pt>
                <c:pt idx="260">
                  <c:v>2.312813</c:v>
                </c:pt>
                <c:pt idx="261">
                  <c:v>1.389668</c:v>
                </c:pt>
                <c:pt idx="262">
                  <c:v>1.96525</c:v>
                </c:pt>
                <c:pt idx="263">
                  <c:v>2.784579</c:v>
                </c:pt>
                <c:pt idx="264">
                  <c:v>2.312813</c:v>
                </c:pt>
                <c:pt idx="265">
                  <c:v>2.086742</c:v>
                </c:pt>
                <c:pt idx="266">
                  <c:v>1.360605</c:v>
                </c:pt>
                <c:pt idx="267">
                  <c:v>1.967866</c:v>
                </c:pt>
                <c:pt idx="268">
                  <c:v>1.240789</c:v>
                </c:pt>
                <c:pt idx="269">
                  <c:v>2.56012</c:v>
                </c:pt>
                <c:pt idx="270">
                  <c:v>2.073144</c:v>
                </c:pt>
                <c:pt idx="271">
                  <c:v>1.350391</c:v>
                </c:pt>
                <c:pt idx="272">
                  <c:v>1.455242</c:v>
                </c:pt>
                <c:pt idx="273">
                  <c:v>2.081111</c:v>
                </c:pt>
                <c:pt idx="274">
                  <c:v>1.184386</c:v>
                </c:pt>
                <c:pt idx="275">
                  <c:v>1.070748</c:v>
                </c:pt>
                <c:pt idx="276">
                  <c:v>0.795555</c:v>
                </c:pt>
                <c:pt idx="277">
                  <c:v>0.786011</c:v>
                </c:pt>
                <c:pt idx="278">
                  <c:v>1.78447</c:v>
                </c:pt>
                <c:pt idx="279">
                  <c:v>0.160182</c:v>
                </c:pt>
                <c:pt idx="280">
                  <c:v>0.214824</c:v>
                </c:pt>
                <c:pt idx="281">
                  <c:v>1.11558</c:v>
                </c:pt>
                <c:pt idx="282">
                  <c:v>0.619175</c:v>
                </c:pt>
                <c:pt idx="283">
                  <c:v>0.790227</c:v>
                </c:pt>
                <c:pt idx="284">
                  <c:v>1.37703</c:v>
                </c:pt>
                <c:pt idx="285">
                  <c:v>2.593211</c:v>
                </c:pt>
                <c:pt idx="286">
                  <c:v>1.704821</c:v>
                </c:pt>
                <c:pt idx="287">
                  <c:v>0.780598</c:v>
                </c:pt>
                <c:pt idx="288">
                  <c:v>0.873993</c:v>
                </c:pt>
                <c:pt idx="289">
                  <c:v>1.051459</c:v>
                </c:pt>
                <c:pt idx="290">
                  <c:v>1.661347</c:v>
                </c:pt>
                <c:pt idx="291">
                  <c:v>2.438813</c:v>
                </c:pt>
                <c:pt idx="292">
                  <c:v>0.558848</c:v>
                </c:pt>
                <c:pt idx="293">
                  <c:v>1.617051</c:v>
                </c:pt>
                <c:pt idx="294">
                  <c:v>0.640135</c:v>
                </c:pt>
                <c:pt idx="295">
                  <c:v>0.129171</c:v>
                </c:pt>
                <c:pt idx="296">
                  <c:v>1.197003</c:v>
                </c:pt>
                <c:pt idx="297">
                  <c:v>1.408138</c:v>
                </c:pt>
                <c:pt idx="298">
                  <c:v>2.298871</c:v>
                </c:pt>
                <c:pt idx="299">
                  <c:v>2.186386</c:v>
                </c:pt>
                <c:pt idx="300">
                  <c:v>1.339902</c:v>
                </c:pt>
                <c:pt idx="301">
                  <c:v>2.436168</c:v>
                </c:pt>
                <c:pt idx="302">
                  <c:v>1.256194</c:v>
                </c:pt>
                <c:pt idx="303">
                  <c:v>2.223944</c:v>
                </c:pt>
                <c:pt idx="304">
                  <c:v>2.414655</c:v>
                </c:pt>
                <c:pt idx="305">
                  <c:v>1.498701</c:v>
                </c:pt>
                <c:pt idx="306">
                  <c:v>1.282345</c:v>
                </c:pt>
                <c:pt idx="307">
                  <c:v>2.560347</c:v>
                </c:pt>
                <c:pt idx="308">
                  <c:v>2.794453</c:v>
                </c:pt>
                <c:pt idx="309">
                  <c:v>0.181073</c:v>
                </c:pt>
                <c:pt idx="310">
                  <c:v>1.36743</c:v>
                </c:pt>
                <c:pt idx="311">
                  <c:v>1.084668</c:v>
                </c:pt>
                <c:pt idx="312">
                  <c:v>1.139421</c:v>
                </c:pt>
                <c:pt idx="313">
                  <c:v>0.870353</c:v>
                </c:pt>
                <c:pt idx="314">
                  <c:v>1.400677</c:v>
                </c:pt>
                <c:pt idx="315">
                  <c:v>1.068908</c:v>
                </c:pt>
                <c:pt idx="316">
                  <c:v>0.333333</c:v>
                </c:pt>
                <c:pt idx="317">
                  <c:v>0.674838</c:v>
                </c:pt>
                <c:pt idx="318">
                  <c:v>1.670817</c:v>
                </c:pt>
                <c:pt idx="319">
                  <c:v>1.958149</c:v>
                </c:pt>
                <c:pt idx="320">
                  <c:v>0.153783</c:v>
                </c:pt>
                <c:pt idx="321">
                  <c:v>1.399788</c:v>
                </c:pt>
                <c:pt idx="322">
                  <c:v>0.531962</c:v>
                </c:pt>
                <c:pt idx="323">
                  <c:v>1.256376</c:v>
                </c:pt>
                <c:pt idx="324">
                  <c:v>0.80409</c:v>
                </c:pt>
                <c:pt idx="325">
                  <c:v>1.661775</c:v>
                </c:pt>
                <c:pt idx="326">
                  <c:v>1.016499</c:v>
                </c:pt>
                <c:pt idx="327">
                  <c:v>0.969254</c:v>
                </c:pt>
                <c:pt idx="328">
                  <c:v>2.76596</c:v>
                </c:pt>
                <c:pt idx="329">
                  <c:v>0.197463</c:v>
                </c:pt>
                <c:pt idx="330">
                  <c:v>0.186334</c:v>
                </c:pt>
                <c:pt idx="331">
                  <c:v>1.19814</c:v>
                </c:pt>
                <c:pt idx="332">
                  <c:v>1.745763</c:v>
                </c:pt>
                <c:pt idx="333">
                  <c:v>1.019376</c:v>
                </c:pt>
                <c:pt idx="334">
                  <c:v>2.476612</c:v>
                </c:pt>
                <c:pt idx="335">
                  <c:v>1.237551</c:v>
                </c:pt>
                <c:pt idx="336">
                  <c:v>1.242734</c:v>
                </c:pt>
                <c:pt idx="337">
                  <c:v>1.753362</c:v>
                </c:pt>
                <c:pt idx="338">
                  <c:v>0.59563</c:v>
                </c:pt>
                <c:pt idx="339">
                  <c:v>0.564476</c:v>
                </c:pt>
                <c:pt idx="340">
                  <c:v>0.700516</c:v>
                </c:pt>
                <c:pt idx="341">
                  <c:v>0.918142</c:v>
                </c:pt>
                <c:pt idx="342">
                  <c:v>1.221906</c:v>
                </c:pt>
                <c:pt idx="343">
                  <c:v>1.769035</c:v>
                </c:pt>
                <c:pt idx="344">
                  <c:v>1.448112</c:v>
                </c:pt>
                <c:pt idx="345">
                  <c:v>2.545926</c:v>
                </c:pt>
                <c:pt idx="346">
                  <c:v>0.799917</c:v>
                </c:pt>
                <c:pt idx="347">
                  <c:v>1.014305</c:v>
                </c:pt>
                <c:pt idx="348">
                  <c:v>0.785559</c:v>
                </c:pt>
                <c:pt idx="349">
                  <c:v>0.537884</c:v>
                </c:pt>
                <c:pt idx="350">
                  <c:v>1.71051</c:v>
                </c:pt>
                <c:pt idx="351">
                  <c:v>1.320607</c:v>
                </c:pt>
                <c:pt idx="352">
                  <c:v>0.418532</c:v>
                </c:pt>
                <c:pt idx="353">
                  <c:v>0.773958</c:v>
                </c:pt>
                <c:pt idx="354">
                  <c:v>1.185762</c:v>
                </c:pt>
                <c:pt idx="355">
                  <c:v>0.895979</c:v>
                </c:pt>
                <c:pt idx="356">
                  <c:v>1.450893</c:v>
                </c:pt>
                <c:pt idx="357">
                  <c:v>2.666138</c:v>
                </c:pt>
                <c:pt idx="358">
                  <c:v>0.690091</c:v>
                </c:pt>
                <c:pt idx="359">
                  <c:v>0.779673</c:v>
                </c:pt>
                <c:pt idx="360">
                  <c:v>1.599157</c:v>
                </c:pt>
                <c:pt idx="361">
                  <c:v>1.53642</c:v>
                </c:pt>
                <c:pt idx="362">
                  <c:v>1.405308</c:v>
                </c:pt>
                <c:pt idx="363">
                  <c:v>0.154444</c:v>
                </c:pt>
                <c:pt idx="364">
                  <c:v>0.755492</c:v>
                </c:pt>
                <c:pt idx="365">
                  <c:v>1.534299</c:v>
                </c:pt>
                <c:pt idx="366">
                  <c:v>1.022755</c:v>
                </c:pt>
                <c:pt idx="367">
                  <c:v>0.987486</c:v>
                </c:pt>
                <c:pt idx="368">
                  <c:v>1.97535</c:v>
                </c:pt>
                <c:pt idx="369">
                  <c:v>2.646147</c:v>
                </c:pt>
                <c:pt idx="370">
                  <c:v>1.387352</c:v>
                </c:pt>
                <c:pt idx="371">
                  <c:v>1.927648</c:v>
                </c:pt>
                <c:pt idx="372">
                  <c:v>1.590561</c:v>
                </c:pt>
                <c:pt idx="373">
                  <c:v>1.282599</c:v>
                </c:pt>
                <c:pt idx="374">
                  <c:v>1.713045</c:v>
                </c:pt>
                <c:pt idx="375">
                  <c:v>1.491873</c:v>
                </c:pt>
                <c:pt idx="376">
                  <c:v>1.033265</c:v>
                </c:pt>
                <c:pt idx="377">
                  <c:v>2.612204</c:v>
                </c:pt>
                <c:pt idx="378">
                  <c:v>0.709199</c:v>
                </c:pt>
                <c:pt idx="379">
                  <c:v>1.927647</c:v>
                </c:pt>
                <c:pt idx="380">
                  <c:v>1.123629</c:v>
                </c:pt>
                <c:pt idx="381">
                  <c:v>0.832251</c:v>
                </c:pt>
                <c:pt idx="382">
                  <c:v>1.547504</c:v>
                </c:pt>
                <c:pt idx="383">
                  <c:v>-0.038507</c:v>
                </c:pt>
                <c:pt idx="384">
                  <c:v>0.415455</c:v>
                </c:pt>
                <c:pt idx="385">
                  <c:v>-0.016911</c:v>
                </c:pt>
                <c:pt idx="386">
                  <c:v>-0.020708</c:v>
                </c:pt>
                <c:pt idx="387">
                  <c:v>0.289423</c:v>
                </c:pt>
                <c:pt idx="388">
                  <c:v>0.242488</c:v>
                </c:pt>
                <c:pt idx="389">
                  <c:v>0.345288</c:v>
                </c:pt>
                <c:pt idx="390">
                  <c:v>1.468855</c:v>
                </c:pt>
                <c:pt idx="391">
                  <c:v>0.37421</c:v>
                </c:pt>
                <c:pt idx="392">
                  <c:v>0.545266</c:v>
                </c:pt>
                <c:pt idx="393">
                  <c:v>0.933162</c:v>
                </c:pt>
                <c:pt idx="394">
                  <c:v>0.790139</c:v>
                </c:pt>
                <c:pt idx="395">
                  <c:v>1.249291</c:v>
                </c:pt>
                <c:pt idx="396">
                  <c:v>0.611738</c:v>
                </c:pt>
                <c:pt idx="397">
                  <c:v>0.415768</c:v>
                </c:pt>
                <c:pt idx="398">
                  <c:v>0.637596</c:v>
                </c:pt>
                <c:pt idx="399">
                  <c:v>2.751317</c:v>
                </c:pt>
                <c:pt idx="400">
                  <c:v>1.957608</c:v>
                </c:pt>
                <c:pt idx="401">
                  <c:v>0.618394</c:v>
                </c:pt>
                <c:pt idx="402">
                  <c:v>0.837588</c:v>
                </c:pt>
                <c:pt idx="403">
                  <c:v>0.278359</c:v>
                </c:pt>
                <c:pt idx="404">
                  <c:v>0.658764</c:v>
                </c:pt>
                <c:pt idx="405">
                  <c:v>1.637775</c:v>
                </c:pt>
                <c:pt idx="406">
                  <c:v>0.376417</c:v>
                </c:pt>
                <c:pt idx="407">
                  <c:v>2.441597</c:v>
                </c:pt>
                <c:pt idx="408">
                  <c:v>0.926155</c:v>
                </c:pt>
                <c:pt idx="409">
                  <c:v>0.493985</c:v>
                </c:pt>
                <c:pt idx="410">
                  <c:v>0.478747</c:v>
                </c:pt>
                <c:pt idx="411">
                  <c:v>1.347189</c:v>
                </c:pt>
                <c:pt idx="412">
                  <c:v>1.104171</c:v>
                </c:pt>
                <c:pt idx="413">
                  <c:v>0.271768</c:v>
                </c:pt>
                <c:pt idx="414">
                  <c:v>2.784419</c:v>
                </c:pt>
                <c:pt idx="415">
                  <c:v>3.028354</c:v>
                </c:pt>
                <c:pt idx="416">
                  <c:v>0.660072</c:v>
                </c:pt>
                <c:pt idx="417">
                  <c:v>0.820447</c:v>
                </c:pt>
                <c:pt idx="418">
                  <c:v>1.855955</c:v>
                </c:pt>
                <c:pt idx="419">
                  <c:v>0.001619</c:v>
                </c:pt>
                <c:pt idx="420">
                  <c:v>1.65948</c:v>
                </c:pt>
                <c:pt idx="421">
                  <c:v>2.461402</c:v>
                </c:pt>
                <c:pt idx="422">
                  <c:v>3.062247</c:v>
                </c:pt>
                <c:pt idx="423">
                  <c:v>1.028788</c:v>
                </c:pt>
                <c:pt idx="424">
                  <c:v>1.221094</c:v>
                </c:pt>
                <c:pt idx="425">
                  <c:v>2.125473</c:v>
                </c:pt>
                <c:pt idx="426">
                  <c:v>3.209205</c:v>
                </c:pt>
                <c:pt idx="427">
                  <c:v>2.625656</c:v>
                </c:pt>
                <c:pt idx="428">
                  <c:v>2.734452</c:v>
                </c:pt>
                <c:pt idx="429">
                  <c:v>3.062879</c:v>
                </c:pt>
                <c:pt idx="430">
                  <c:v>3.137442</c:v>
                </c:pt>
                <c:pt idx="431">
                  <c:v>0.777096</c:v>
                </c:pt>
                <c:pt idx="432">
                  <c:v>2.187789</c:v>
                </c:pt>
                <c:pt idx="433">
                  <c:v>3.476</c:v>
                </c:pt>
                <c:pt idx="434">
                  <c:v>2.80499</c:v>
                </c:pt>
                <c:pt idx="435">
                  <c:v>1.66665</c:v>
                </c:pt>
                <c:pt idx="436">
                  <c:v>2.993137</c:v>
                </c:pt>
                <c:pt idx="437">
                  <c:v>0.604443</c:v>
                </c:pt>
                <c:pt idx="438">
                  <c:v>2.985462</c:v>
                </c:pt>
                <c:pt idx="439">
                  <c:v>1.881899</c:v>
                </c:pt>
                <c:pt idx="440">
                  <c:v>2.297449</c:v>
                </c:pt>
                <c:pt idx="441">
                  <c:v>1.963153</c:v>
                </c:pt>
                <c:pt idx="442">
                  <c:v>1.209003</c:v>
                </c:pt>
                <c:pt idx="443">
                  <c:v>0.33168</c:v>
                </c:pt>
                <c:pt idx="444">
                  <c:v>1.649633</c:v>
                </c:pt>
                <c:pt idx="445">
                  <c:v>1.724852</c:v>
                </c:pt>
                <c:pt idx="446">
                  <c:v>1.528757</c:v>
                </c:pt>
                <c:pt idx="447">
                  <c:v>1.873976</c:v>
                </c:pt>
                <c:pt idx="448">
                  <c:v>2.188117</c:v>
                </c:pt>
                <c:pt idx="449">
                  <c:v>1.500222</c:v>
                </c:pt>
                <c:pt idx="450">
                  <c:v>1.096266</c:v>
                </c:pt>
                <c:pt idx="451">
                  <c:v>2.559952</c:v>
                </c:pt>
                <c:pt idx="452">
                  <c:v>1.585943</c:v>
                </c:pt>
                <c:pt idx="453">
                  <c:v>0.78064</c:v>
                </c:pt>
                <c:pt idx="454">
                  <c:v>2.195044</c:v>
                </c:pt>
                <c:pt idx="455">
                  <c:v>0.303779</c:v>
                </c:pt>
                <c:pt idx="456">
                  <c:v>1.350462</c:v>
                </c:pt>
                <c:pt idx="457">
                  <c:v>0.928497</c:v>
                </c:pt>
                <c:pt idx="458">
                  <c:v>2.92787</c:v>
                </c:pt>
                <c:pt idx="459">
                  <c:v>1.051263</c:v>
                </c:pt>
                <c:pt idx="460">
                  <c:v>0.346161</c:v>
                </c:pt>
                <c:pt idx="461">
                  <c:v>2.587417</c:v>
                </c:pt>
                <c:pt idx="462">
                  <c:v>1.747072</c:v>
                </c:pt>
                <c:pt idx="463">
                  <c:v>0.865248</c:v>
                </c:pt>
                <c:pt idx="464">
                  <c:v>2.139902</c:v>
                </c:pt>
                <c:pt idx="465">
                  <c:v>2.173489</c:v>
                </c:pt>
                <c:pt idx="466">
                  <c:v>-0.002429</c:v>
                </c:pt>
                <c:pt idx="467">
                  <c:v>0.757969</c:v>
                </c:pt>
                <c:pt idx="468">
                  <c:v>0.392687</c:v>
                </c:pt>
                <c:pt idx="469">
                  <c:v>2.096174</c:v>
                </c:pt>
                <c:pt idx="470">
                  <c:v>2.159193</c:v>
                </c:pt>
                <c:pt idx="471">
                  <c:v>0.769407</c:v>
                </c:pt>
                <c:pt idx="472">
                  <c:v>2.208363</c:v>
                </c:pt>
                <c:pt idx="473">
                  <c:v>2.113914</c:v>
                </c:pt>
                <c:pt idx="474">
                  <c:v>2.446944</c:v>
                </c:pt>
                <c:pt idx="475">
                  <c:v>0.444773</c:v>
                </c:pt>
                <c:pt idx="476">
                  <c:v>2.015152</c:v>
                </c:pt>
                <c:pt idx="477">
                  <c:v>1.166402</c:v>
                </c:pt>
                <c:pt idx="478">
                  <c:v>0.565152</c:v>
                </c:pt>
                <c:pt idx="479">
                  <c:v>0.483876</c:v>
                </c:pt>
                <c:pt idx="480">
                  <c:v>0.672493</c:v>
                </c:pt>
                <c:pt idx="481">
                  <c:v>1.496307</c:v>
                </c:pt>
                <c:pt idx="482">
                  <c:v>1.374186</c:v>
                </c:pt>
                <c:pt idx="483">
                  <c:v>0.49232</c:v>
                </c:pt>
                <c:pt idx="484">
                  <c:v>2.83036</c:v>
                </c:pt>
                <c:pt idx="485">
                  <c:v>1.22993</c:v>
                </c:pt>
                <c:pt idx="486">
                  <c:v>2.977449</c:v>
                </c:pt>
                <c:pt idx="487">
                  <c:v>2.511116</c:v>
                </c:pt>
                <c:pt idx="488">
                  <c:v>0.548069</c:v>
                </c:pt>
                <c:pt idx="489">
                  <c:v>0.574761</c:v>
                </c:pt>
                <c:pt idx="490">
                  <c:v>0.532438</c:v>
                </c:pt>
                <c:pt idx="491">
                  <c:v>0.183013</c:v>
                </c:pt>
                <c:pt idx="492">
                  <c:v>1.050815</c:v>
                </c:pt>
                <c:pt idx="493">
                  <c:v>1.785849</c:v>
                </c:pt>
                <c:pt idx="494">
                  <c:v>0.753101</c:v>
                </c:pt>
                <c:pt idx="495">
                  <c:v>1.734265</c:v>
                </c:pt>
                <c:pt idx="496">
                  <c:v>0.101814</c:v>
                </c:pt>
                <c:pt idx="497">
                  <c:v>1.425699</c:v>
                </c:pt>
                <c:pt idx="498">
                  <c:v>1.649371</c:v>
                </c:pt>
                <c:pt idx="499">
                  <c:v>1.992172</c:v>
                </c:pt>
                <c:pt idx="500">
                  <c:v>0.798881</c:v>
                </c:pt>
                <c:pt idx="501">
                  <c:v>1.010391</c:v>
                </c:pt>
                <c:pt idx="502">
                  <c:v>0.958158</c:v>
                </c:pt>
                <c:pt idx="503">
                  <c:v>1.985817</c:v>
                </c:pt>
                <c:pt idx="504">
                  <c:v>2.480151</c:v>
                </c:pt>
                <c:pt idx="505">
                  <c:v>2.005823</c:v>
                </c:pt>
                <c:pt idx="506">
                  <c:v>1.499173</c:v>
                </c:pt>
                <c:pt idx="507">
                  <c:v>0.900475</c:v>
                </c:pt>
                <c:pt idx="508">
                  <c:v>1.891134</c:v>
                </c:pt>
                <c:pt idx="509">
                  <c:v>1.756772</c:v>
                </c:pt>
                <c:pt idx="510">
                  <c:v>1.429681</c:v>
                </c:pt>
                <c:pt idx="511">
                  <c:v>2.532519</c:v>
                </c:pt>
                <c:pt idx="512">
                  <c:v>0.288983</c:v>
                </c:pt>
                <c:pt idx="513">
                  <c:v>0.828872</c:v>
                </c:pt>
                <c:pt idx="514">
                  <c:v>0.74999</c:v>
                </c:pt>
                <c:pt idx="515">
                  <c:v>2.112932</c:v>
                </c:pt>
                <c:pt idx="516">
                  <c:v>1.978707</c:v>
                </c:pt>
                <c:pt idx="517">
                  <c:v>2.685982</c:v>
                </c:pt>
                <c:pt idx="518">
                  <c:v>2.388692</c:v>
                </c:pt>
                <c:pt idx="519">
                  <c:v>1.220724</c:v>
                </c:pt>
                <c:pt idx="520">
                  <c:v>2.720952</c:v>
                </c:pt>
                <c:pt idx="521">
                  <c:v>-0.010555</c:v>
                </c:pt>
                <c:pt idx="522">
                  <c:v>1.276634</c:v>
                </c:pt>
                <c:pt idx="523">
                  <c:v>-0.030623</c:v>
                </c:pt>
                <c:pt idx="524">
                  <c:v>0.253207</c:v>
                </c:pt>
                <c:pt idx="525">
                  <c:v>0.513731</c:v>
                </c:pt>
                <c:pt idx="526">
                  <c:v>1.04298</c:v>
                </c:pt>
                <c:pt idx="527">
                  <c:v>0.843773</c:v>
                </c:pt>
                <c:pt idx="528">
                  <c:v>1.350926</c:v>
                </c:pt>
                <c:pt idx="529">
                  <c:v>1.58145</c:v>
                </c:pt>
                <c:pt idx="530">
                  <c:v>2.23385</c:v>
                </c:pt>
                <c:pt idx="531">
                  <c:v>0.446264</c:v>
                </c:pt>
                <c:pt idx="532">
                  <c:v>-0.025334</c:v>
                </c:pt>
                <c:pt idx="533">
                  <c:v>0.665109</c:v>
                </c:pt>
                <c:pt idx="534">
                  <c:v>1.918582</c:v>
                </c:pt>
                <c:pt idx="535">
                  <c:v>0.744564</c:v>
                </c:pt>
                <c:pt idx="536">
                  <c:v>0.812042</c:v>
                </c:pt>
                <c:pt idx="537">
                  <c:v>1.053403</c:v>
                </c:pt>
                <c:pt idx="538">
                  <c:v>2.151168</c:v>
                </c:pt>
                <c:pt idx="539">
                  <c:v>0.887469</c:v>
                </c:pt>
                <c:pt idx="540">
                  <c:v>0.552423</c:v>
                </c:pt>
                <c:pt idx="541">
                  <c:v>-0.005073</c:v>
                </c:pt>
                <c:pt idx="542">
                  <c:v>1.150009</c:v>
                </c:pt>
                <c:pt idx="543">
                  <c:v>1.653895</c:v>
                </c:pt>
                <c:pt idx="544">
                  <c:v>2.227828</c:v>
                </c:pt>
                <c:pt idx="545">
                  <c:v>1.08101</c:v>
                </c:pt>
                <c:pt idx="546">
                  <c:v>2.203227</c:v>
                </c:pt>
                <c:pt idx="547">
                  <c:v>0.898449</c:v>
                </c:pt>
                <c:pt idx="548">
                  <c:v>2.017797</c:v>
                </c:pt>
                <c:pt idx="549">
                  <c:v>1.789784</c:v>
                </c:pt>
                <c:pt idx="550">
                  <c:v>0.901267</c:v>
                </c:pt>
                <c:pt idx="551">
                  <c:v>0.721385</c:v>
                </c:pt>
                <c:pt idx="552">
                  <c:v>2.127461</c:v>
                </c:pt>
                <c:pt idx="553">
                  <c:v>1.354468</c:v>
                </c:pt>
                <c:pt idx="554">
                  <c:v>1.320215</c:v>
                </c:pt>
                <c:pt idx="555">
                  <c:v>1.295546</c:v>
                </c:pt>
                <c:pt idx="556">
                  <c:v>0.75793</c:v>
                </c:pt>
                <c:pt idx="557">
                  <c:v>1.784923</c:v>
                </c:pt>
                <c:pt idx="558">
                  <c:v>0.539051</c:v>
                </c:pt>
                <c:pt idx="559">
                  <c:v>1.779809</c:v>
                </c:pt>
                <c:pt idx="560">
                  <c:v>1.065116</c:v>
                </c:pt>
                <c:pt idx="561">
                  <c:v>0.270696</c:v>
                </c:pt>
                <c:pt idx="562">
                  <c:v>0.949487</c:v>
                </c:pt>
                <c:pt idx="563">
                  <c:v>1.840117</c:v>
                </c:pt>
                <c:pt idx="564">
                  <c:v>0.940927</c:v>
                </c:pt>
                <c:pt idx="565">
                  <c:v>2.323051</c:v>
                </c:pt>
                <c:pt idx="566">
                  <c:v>1.800451</c:v>
                </c:pt>
                <c:pt idx="567">
                  <c:v>0.46477</c:v>
                </c:pt>
                <c:pt idx="568">
                  <c:v>0.495741</c:v>
                </c:pt>
                <c:pt idx="569">
                  <c:v>0.814251</c:v>
                </c:pt>
                <c:pt idx="570">
                  <c:v>1.702671</c:v>
                </c:pt>
                <c:pt idx="571">
                  <c:v>0.981515</c:v>
                </c:pt>
                <c:pt idx="572">
                  <c:v>0.818118</c:v>
                </c:pt>
                <c:pt idx="573">
                  <c:v>0.285077</c:v>
                </c:pt>
                <c:pt idx="574">
                  <c:v>2.755704</c:v>
                </c:pt>
                <c:pt idx="575">
                  <c:v>0.077614</c:v>
                </c:pt>
                <c:pt idx="576">
                  <c:v>0.984136</c:v>
                </c:pt>
                <c:pt idx="577">
                  <c:v>1.343182</c:v>
                </c:pt>
                <c:pt idx="578">
                  <c:v>1.106058</c:v>
                </c:pt>
                <c:pt idx="579">
                  <c:v>2.112721</c:v>
                </c:pt>
                <c:pt idx="580">
                  <c:v>0.783001</c:v>
                </c:pt>
                <c:pt idx="581">
                  <c:v>2.277729</c:v>
                </c:pt>
                <c:pt idx="582">
                  <c:v>1.233542</c:v>
                </c:pt>
                <c:pt idx="583">
                  <c:v>-0.017687</c:v>
                </c:pt>
                <c:pt idx="584">
                  <c:v>1.456446</c:v>
                </c:pt>
                <c:pt idx="585">
                  <c:v>2.501754</c:v>
                </c:pt>
                <c:pt idx="586">
                  <c:v>1.25834</c:v>
                </c:pt>
                <c:pt idx="587">
                  <c:v>0.433069</c:v>
                </c:pt>
                <c:pt idx="588">
                  <c:v>0.508221</c:v>
                </c:pt>
                <c:pt idx="589">
                  <c:v>1.907959</c:v>
                </c:pt>
                <c:pt idx="590">
                  <c:v>1.106501</c:v>
                </c:pt>
                <c:pt idx="591">
                  <c:v>2.248841</c:v>
                </c:pt>
                <c:pt idx="592">
                  <c:v>-0.022667</c:v>
                </c:pt>
                <c:pt idx="593">
                  <c:v>1.405902</c:v>
                </c:pt>
                <c:pt idx="594">
                  <c:v>0.929854</c:v>
                </c:pt>
                <c:pt idx="595">
                  <c:v>1.507189</c:v>
                </c:pt>
                <c:pt idx="596">
                  <c:v>1.221037</c:v>
                </c:pt>
                <c:pt idx="597">
                  <c:v>0.315084</c:v>
                </c:pt>
                <c:pt idx="598">
                  <c:v>2.369226</c:v>
                </c:pt>
                <c:pt idx="599">
                  <c:v>0.270115</c:v>
                </c:pt>
                <c:pt idx="600">
                  <c:v>0.237404</c:v>
                </c:pt>
                <c:pt idx="601">
                  <c:v>1.733474</c:v>
                </c:pt>
                <c:pt idx="602">
                  <c:v>1.437679</c:v>
                </c:pt>
                <c:pt idx="603">
                  <c:v>1.44313</c:v>
                </c:pt>
                <c:pt idx="604">
                  <c:v>1.206845</c:v>
                </c:pt>
                <c:pt idx="605">
                  <c:v>0.637566</c:v>
                </c:pt>
                <c:pt idx="606">
                  <c:v>1.165259</c:v>
                </c:pt>
                <c:pt idx="607">
                  <c:v>0.098657</c:v>
                </c:pt>
                <c:pt idx="608">
                  <c:v>0.571565</c:v>
                </c:pt>
                <c:pt idx="609">
                  <c:v>1.033813</c:v>
                </c:pt>
                <c:pt idx="610">
                  <c:v>0.311382</c:v>
                </c:pt>
                <c:pt idx="611">
                  <c:v>0.775875</c:v>
                </c:pt>
                <c:pt idx="612">
                  <c:v>1.202893</c:v>
                </c:pt>
                <c:pt idx="613">
                  <c:v>0.642711</c:v>
                </c:pt>
                <c:pt idx="614">
                  <c:v>0.453247</c:v>
                </c:pt>
                <c:pt idx="615">
                  <c:v>2.185926</c:v>
                </c:pt>
                <c:pt idx="616">
                  <c:v>1.21983</c:v>
                </c:pt>
                <c:pt idx="617">
                  <c:v>0.530495</c:v>
                </c:pt>
                <c:pt idx="618">
                  <c:v>0.086436</c:v>
                </c:pt>
                <c:pt idx="619">
                  <c:v>1.190828</c:v>
                </c:pt>
                <c:pt idx="620">
                  <c:v>1.934454</c:v>
                </c:pt>
                <c:pt idx="621">
                  <c:v>0.865188</c:v>
                </c:pt>
                <c:pt idx="622">
                  <c:v>0.872837</c:v>
                </c:pt>
                <c:pt idx="623">
                  <c:v>0.793928</c:v>
                </c:pt>
                <c:pt idx="624">
                  <c:v>1.638605</c:v>
                </c:pt>
                <c:pt idx="625">
                  <c:v>1.083738</c:v>
                </c:pt>
                <c:pt idx="626">
                  <c:v>0.161264</c:v>
                </c:pt>
                <c:pt idx="627">
                  <c:v>1.94971</c:v>
                </c:pt>
                <c:pt idx="628">
                  <c:v>0.511748</c:v>
                </c:pt>
                <c:pt idx="629">
                  <c:v>1.569074</c:v>
                </c:pt>
                <c:pt idx="630">
                  <c:v>0.167637</c:v>
                </c:pt>
                <c:pt idx="631">
                  <c:v>1.383315</c:v>
                </c:pt>
                <c:pt idx="632">
                  <c:v>1.595316</c:v>
                </c:pt>
                <c:pt idx="633">
                  <c:v>1.33542</c:v>
                </c:pt>
                <c:pt idx="634">
                  <c:v>0.645964</c:v>
                </c:pt>
                <c:pt idx="635">
                  <c:v>0.546226</c:v>
                </c:pt>
                <c:pt idx="636">
                  <c:v>1.487974</c:v>
                </c:pt>
                <c:pt idx="637">
                  <c:v>0.696404</c:v>
                </c:pt>
                <c:pt idx="638">
                  <c:v>1.29956</c:v>
                </c:pt>
                <c:pt idx="639">
                  <c:v>-0.039235</c:v>
                </c:pt>
                <c:pt idx="640">
                  <c:v>1.188077</c:v>
                </c:pt>
                <c:pt idx="641">
                  <c:v>-0.017991</c:v>
                </c:pt>
                <c:pt idx="642">
                  <c:v>0.440564</c:v>
                </c:pt>
                <c:pt idx="643">
                  <c:v>1.138509</c:v>
                </c:pt>
                <c:pt idx="644">
                  <c:v>0.086505</c:v>
                </c:pt>
                <c:pt idx="645">
                  <c:v>0.4658</c:v>
                </c:pt>
                <c:pt idx="646">
                  <c:v>1.189514</c:v>
                </c:pt>
                <c:pt idx="647">
                  <c:v>0.648844</c:v>
                </c:pt>
                <c:pt idx="648">
                  <c:v>0.001855</c:v>
                </c:pt>
                <c:pt idx="649">
                  <c:v>1.021444</c:v>
                </c:pt>
                <c:pt idx="650">
                  <c:v>0.667094</c:v>
                </c:pt>
                <c:pt idx="651">
                  <c:v>0.722079</c:v>
                </c:pt>
                <c:pt idx="652">
                  <c:v>0.656458</c:v>
                </c:pt>
                <c:pt idx="653">
                  <c:v>0.824168</c:v>
                </c:pt>
                <c:pt idx="654">
                  <c:v>0.431227</c:v>
                </c:pt>
                <c:pt idx="655">
                  <c:v>1.287023</c:v>
                </c:pt>
                <c:pt idx="656">
                  <c:v>0.186868</c:v>
                </c:pt>
                <c:pt idx="657">
                  <c:v>2.225424</c:v>
                </c:pt>
                <c:pt idx="658">
                  <c:v>1.79427</c:v>
                </c:pt>
                <c:pt idx="659">
                  <c:v>2.02649</c:v>
                </c:pt>
                <c:pt idx="660">
                  <c:v>2.175672</c:v>
                </c:pt>
                <c:pt idx="661">
                  <c:v>0.295405</c:v>
                </c:pt>
                <c:pt idx="662">
                  <c:v>2.69983</c:v>
                </c:pt>
                <c:pt idx="663">
                  <c:v>2.012464</c:v>
                </c:pt>
                <c:pt idx="664">
                  <c:v>1.318519</c:v>
                </c:pt>
                <c:pt idx="665">
                  <c:v>1.081164</c:v>
                </c:pt>
                <c:pt idx="666">
                  <c:v>1.794142</c:v>
                </c:pt>
                <c:pt idx="667">
                  <c:v>1.295885</c:v>
                </c:pt>
                <c:pt idx="668">
                  <c:v>1.731858</c:v>
                </c:pt>
                <c:pt idx="669">
                  <c:v>2.342223</c:v>
                </c:pt>
                <c:pt idx="670">
                  <c:v>0.518463</c:v>
                </c:pt>
                <c:pt idx="671">
                  <c:v>1.927875</c:v>
                </c:pt>
                <c:pt idx="672">
                  <c:v>1.582147</c:v>
                </c:pt>
                <c:pt idx="673">
                  <c:v>0.280691</c:v>
                </c:pt>
                <c:pt idx="674">
                  <c:v>0.876475</c:v>
                </c:pt>
                <c:pt idx="675">
                  <c:v>1.652617</c:v>
                </c:pt>
                <c:pt idx="676">
                  <c:v>0.125123</c:v>
                </c:pt>
                <c:pt idx="677">
                  <c:v>0.627855</c:v>
                </c:pt>
                <c:pt idx="678">
                  <c:v>0.3549</c:v>
                </c:pt>
                <c:pt idx="679">
                  <c:v>2.726241</c:v>
                </c:pt>
                <c:pt idx="680">
                  <c:v>2.122542</c:v>
                </c:pt>
                <c:pt idx="681">
                  <c:v>2.004866</c:v>
                </c:pt>
                <c:pt idx="682">
                  <c:v>0.348291</c:v>
                </c:pt>
                <c:pt idx="683">
                  <c:v>1.469</c:v>
                </c:pt>
                <c:pt idx="684">
                  <c:v>0.133976</c:v>
                </c:pt>
                <c:pt idx="685">
                  <c:v>0.177019</c:v>
                </c:pt>
                <c:pt idx="686">
                  <c:v>0.483906</c:v>
                </c:pt>
                <c:pt idx="687">
                  <c:v>0.590956</c:v>
                </c:pt>
                <c:pt idx="688">
                  <c:v>0.687565</c:v>
                </c:pt>
                <c:pt idx="689">
                  <c:v>0.277614</c:v>
                </c:pt>
                <c:pt idx="690">
                  <c:v>0.565575</c:v>
                </c:pt>
                <c:pt idx="691">
                  <c:v>0.709904</c:v>
                </c:pt>
                <c:pt idx="692">
                  <c:v>1.993218</c:v>
                </c:pt>
                <c:pt idx="693">
                  <c:v>0.671397</c:v>
                </c:pt>
                <c:pt idx="694">
                  <c:v>1.110317</c:v>
                </c:pt>
                <c:pt idx="695">
                  <c:v>1.198655</c:v>
                </c:pt>
                <c:pt idx="696">
                  <c:v>1.56948</c:v>
                </c:pt>
                <c:pt idx="697">
                  <c:v>1.038577</c:v>
                </c:pt>
                <c:pt idx="698">
                  <c:v>0.248804</c:v>
                </c:pt>
                <c:pt idx="699">
                  <c:v>0.405376</c:v>
                </c:pt>
                <c:pt idx="700">
                  <c:v>0.337035</c:v>
                </c:pt>
                <c:pt idx="701">
                  <c:v>1.85584</c:v>
                </c:pt>
                <c:pt idx="702">
                  <c:v>0.168554</c:v>
                </c:pt>
                <c:pt idx="703">
                  <c:v>0.551385</c:v>
                </c:pt>
                <c:pt idx="704">
                  <c:v>0.554037</c:v>
                </c:pt>
                <c:pt idx="705">
                  <c:v>-0.05117</c:v>
                </c:pt>
                <c:pt idx="706">
                  <c:v>2.520529</c:v>
                </c:pt>
                <c:pt idx="707">
                  <c:v>1.728308</c:v>
                </c:pt>
                <c:pt idx="708">
                  <c:v>0.740277</c:v>
                </c:pt>
                <c:pt idx="709">
                  <c:v>1.756355</c:v>
                </c:pt>
                <c:pt idx="710">
                  <c:v>1.021665</c:v>
                </c:pt>
                <c:pt idx="711">
                  <c:v>1.190117</c:v>
                </c:pt>
                <c:pt idx="712">
                  <c:v>-0.021157</c:v>
                </c:pt>
                <c:pt idx="713">
                  <c:v>0.541306</c:v>
                </c:pt>
                <c:pt idx="714">
                  <c:v>0.433706</c:v>
                </c:pt>
                <c:pt idx="715">
                  <c:v>1.316505</c:v>
                </c:pt>
                <c:pt idx="716">
                  <c:v>0.521852</c:v>
                </c:pt>
                <c:pt idx="717">
                  <c:v>1.44322</c:v>
                </c:pt>
                <c:pt idx="718">
                  <c:v>1.263276</c:v>
                </c:pt>
                <c:pt idx="719">
                  <c:v>0.291063</c:v>
                </c:pt>
                <c:pt idx="720">
                  <c:v>1.164198</c:v>
                </c:pt>
                <c:pt idx="721">
                  <c:v>0.579923</c:v>
                </c:pt>
                <c:pt idx="722">
                  <c:v>0.393783</c:v>
                </c:pt>
                <c:pt idx="723">
                  <c:v>1.153359</c:v>
                </c:pt>
                <c:pt idx="724">
                  <c:v>0.890263</c:v>
                </c:pt>
                <c:pt idx="725">
                  <c:v>0.125699</c:v>
                </c:pt>
                <c:pt idx="726">
                  <c:v>1.832174</c:v>
                </c:pt>
                <c:pt idx="727">
                  <c:v>0.032954</c:v>
                </c:pt>
                <c:pt idx="728">
                  <c:v>1.169029</c:v>
                </c:pt>
                <c:pt idx="729">
                  <c:v>0.993871</c:v>
                </c:pt>
                <c:pt idx="730">
                  <c:v>1.291705</c:v>
                </c:pt>
                <c:pt idx="731">
                  <c:v>0.727925</c:v>
                </c:pt>
                <c:pt idx="732">
                  <c:v>0.352472</c:v>
                </c:pt>
                <c:pt idx="733">
                  <c:v>1.403294</c:v>
                </c:pt>
                <c:pt idx="734">
                  <c:v>2.545299</c:v>
                </c:pt>
                <c:pt idx="735">
                  <c:v>1.223879</c:v>
                </c:pt>
                <c:pt idx="736">
                  <c:v>1.489667</c:v>
                </c:pt>
                <c:pt idx="737">
                  <c:v>1.01246</c:v>
                </c:pt>
                <c:pt idx="738">
                  <c:v>1.325108</c:v>
                </c:pt>
                <c:pt idx="739">
                  <c:v>0.398532</c:v>
                </c:pt>
                <c:pt idx="740">
                  <c:v>1.491269</c:v>
                </c:pt>
                <c:pt idx="741">
                  <c:v>1.039784</c:v>
                </c:pt>
                <c:pt idx="742">
                  <c:v>-0.000756</c:v>
                </c:pt>
                <c:pt idx="743">
                  <c:v>0.487178</c:v>
                </c:pt>
                <c:pt idx="744">
                  <c:v>0.621549</c:v>
                </c:pt>
                <c:pt idx="745">
                  <c:v>0.370174</c:v>
                </c:pt>
                <c:pt idx="746">
                  <c:v>0.286499</c:v>
                </c:pt>
                <c:pt idx="747">
                  <c:v>1.135773</c:v>
                </c:pt>
                <c:pt idx="748">
                  <c:v>1.494422</c:v>
                </c:pt>
                <c:pt idx="749">
                  <c:v>0.960278</c:v>
                </c:pt>
                <c:pt idx="750">
                  <c:v>0.714587</c:v>
                </c:pt>
                <c:pt idx="751">
                  <c:v>0.736128</c:v>
                </c:pt>
                <c:pt idx="752">
                  <c:v>1.673686</c:v>
                </c:pt>
                <c:pt idx="753">
                  <c:v>0.238609</c:v>
                </c:pt>
                <c:pt idx="754">
                  <c:v>1.069733</c:v>
                </c:pt>
                <c:pt idx="755">
                  <c:v>1.056742</c:v>
                </c:pt>
                <c:pt idx="756">
                  <c:v>0.290872</c:v>
                </c:pt>
                <c:pt idx="757">
                  <c:v>0.441018</c:v>
                </c:pt>
                <c:pt idx="758">
                  <c:v>0.535916</c:v>
                </c:pt>
                <c:pt idx="759">
                  <c:v>0.515926</c:v>
                </c:pt>
                <c:pt idx="760">
                  <c:v>0.50016</c:v>
                </c:pt>
                <c:pt idx="761">
                  <c:v>1.006321</c:v>
                </c:pt>
                <c:pt idx="762">
                  <c:v>0.150471</c:v>
                </c:pt>
                <c:pt idx="763">
                  <c:v>0.409353</c:v>
                </c:pt>
                <c:pt idx="764">
                  <c:v>1.954671</c:v>
                </c:pt>
                <c:pt idx="765">
                  <c:v>0.907757</c:v>
                </c:pt>
                <c:pt idx="766">
                  <c:v>1.228283</c:v>
                </c:pt>
                <c:pt idx="767">
                  <c:v>2.364743</c:v>
                </c:pt>
                <c:pt idx="768">
                  <c:v>1.158123</c:v>
                </c:pt>
                <c:pt idx="769">
                  <c:v>0.092034</c:v>
                </c:pt>
                <c:pt idx="770">
                  <c:v>0.104694</c:v>
                </c:pt>
                <c:pt idx="771">
                  <c:v>1.118002</c:v>
                </c:pt>
                <c:pt idx="772">
                  <c:v>0.495131</c:v>
                </c:pt>
                <c:pt idx="773">
                  <c:v>1.308024</c:v>
                </c:pt>
                <c:pt idx="774">
                  <c:v>0.005294</c:v>
                </c:pt>
                <c:pt idx="775">
                  <c:v>1.817676</c:v>
                </c:pt>
                <c:pt idx="776">
                  <c:v>1.298895</c:v>
                </c:pt>
                <c:pt idx="777">
                  <c:v>0.062134</c:v>
                </c:pt>
              </c:numCache>
            </c:numRef>
          </c:xVal>
          <c:yVal>
            <c:numRef>
              <c:f>'Chart Data'!$B$2:$B$779</c:f>
              <c:numCache>
                <c:formatCode>General</c:formatCode>
                <c:ptCount val="778"/>
                <c:pt idx="0">
                  <c:v>0.191059</c:v>
                </c:pt>
                <c:pt idx="1">
                  <c:v>0.440976</c:v>
                </c:pt>
                <c:pt idx="2">
                  <c:v>0.251342</c:v>
                </c:pt>
                <c:pt idx="3">
                  <c:v>-0.356699</c:v>
                </c:pt>
                <c:pt idx="4">
                  <c:v>0.032072</c:v>
                </c:pt>
                <c:pt idx="5">
                  <c:v>0.527919</c:v>
                </c:pt>
                <c:pt idx="6">
                  <c:v>0.449793</c:v>
                </c:pt>
                <c:pt idx="7">
                  <c:v>0.370681</c:v>
                </c:pt>
                <c:pt idx="8">
                  <c:v>0.854926</c:v>
                </c:pt>
                <c:pt idx="9">
                  <c:v>0.632953</c:v>
                </c:pt>
                <c:pt idx="10">
                  <c:v>-0.198911</c:v>
                </c:pt>
                <c:pt idx="11">
                  <c:v>-0.670829</c:v>
                </c:pt>
                <c:pt idx="12">
                  <c:v>-0.486319</c:v>
                </c:pt>
                <c:pt idx="13">
                  <c:v>-0.20035</c:v>
                </c:pt>
                <c:pt idx="14">
                  <c:v>-0.369284</c:v>
                </c:pt>
                <c:pt idx="15">
                  <c:v>0.671116</c:v>
                </c:pt>
                <c:pt idx="16">
                  <c:v>0.004584</c:v>
                </c:pt>
                <c:pt idx="17">
                  <c:v>-0.107169</c:v>
                </c:pt>
                <c:pt idx="18">
                  <c:v>0.070933</c:v>
                </c:pt>
                <c:pt idx="19">
                  <c:v>0.004986</c:v>
                </c:pt>
                <c:pt idx="20">
                  <c:v>0.173388</c:v>
                </c:pt>
                <c:pt idx="21">
                  <c:v>-0.225328</c:v>
                </c:pt>
                <c:pt idx="22">
                  <c:v>0.599818</c:v>
                </c:pt>
                <c:pt idx="23">
                  <c:v>-0.292537</c:v>
                </c:pt>
                <c:pt idx="24">
                  <c:v>0.330449</c:v>
                </c:pt>
                <c:pt idx="25">
                  <c:v>-0.617832</c:v>
                </c:pt>
                <c:pt idx="26">
                  <c:v>-0.023231</c:v>
                </c:pt>
                <c:pt idx="27">
                  <c:v>-0.184301</c:v>
                </c:pt>
                <c:pt idx="28">
                  <c:v>-0.109906</c:v>
                </c:pt>
                <c:pt idx="29">
                  <c:v>-0.420471</c:v>
                </c:pt>
                <c:pt idx="30">
                  <c:v>-0.168067</c:v>
                </c:pt>
                <c:pt idx="31">
                  <c:v>-0.282357</c:v>
                </c:pt>
                <c:pt idx="32">
                  <c:v>0.167901</c:v>
                </c:pt>
                <c:pt idx="33">
                  <c:v>-0.145654</c:v>
                </c:pt>
                <c:pt idx="34">
                  <c:v>-0.452151</c:v>
                </c:pt>
                <c:pt idx="35">
                  <c:v>-0.168067</c:v>
                </c:pt>
                <c:pt idx="36">
                  <c:v>0.137381</c:v>
                </c:pt>
                <c:pt idx="37">
                  <c:v>-0.100756</c:v>
                </c:pt>
                <c:pt idx="38">
                  <c:v>-0.141421</c:v>
                </c:pt>
                <c:pt idx="39">
                  <c:v>-0.141548</c:v>
                </c:pt>
                <c:pt idx="40">
                  <c:v>-0.271695</c:v>
                </c:pt>
                <c:pt idx="41">
                  <c:v>-0.141548</c:v>
                </c:pt>
                <c:pt idx="42">
                  <c:v>-0.202755</c:v>
                </c:pt>
                <c:pt idx="43">
                  <c:v>-0.198705</c:v>
                </c:pt>
                <c:pt idx="44">
                  <c:v>0.112868</c:v>
                </c:pt>
                <c:pt idx="45">
                  <c:v>-0.351986</c:v>
                </c:pt>
                <c:pt idx="46">
                  <c:v>-0.184301</c:v>
                </c:pt>
                <c:pt idx="47">
                  <c:v>-0.435347</c:v>
                </c:pt>
                <c:pt idx="48">
                  <c:v>-0.278575</c:v>
                </c:pt>
                <c:pt idx="49">
                  <c:v>-0.061193</c:v>
                </c:pt>
                <c:pt idx="50">
                  <c:v>-0.162285</c:v>
                </c:pt>
                <c:pt idx="51">
                  <c:v>0.17758</c:v>
                </c:pt>
                <c:pt idx="52">
                  <c:v>0.356301</c:v>
                </c:pt>
                <c:pt idx="53">
                  <c:v>-0.078195</c:v>
                </c:pt>
                <c:pt idx="54">
                  <c:v>-0.105418</c:v>
                </c:pt>
                <c:pt idx="55">
                  <c:v>0.117172</c:v>
                </c:pt>
                <c:pt idx="56">
                  <c:v>0.356304</c:v>
                </c:pt>
                <c:pt idx="57">
                  <c:v>-0.078194</c:v>
                </c:pt>
                <c:pt idx="58">
                  <c:v>-0.058033</c:v>
                </c:pt>
                <c:pt idx="59">
                  <c:v>0.391186</c:v>
                </c:pt>
                <c:pt idx="60">
                  <c:v>-0.690488</c:v>
                </c:pt>
                <c:pt idx="61">
                  <c:v>0.230849</c:v>
                </c:pt>
                <c:pt idx="62">
                  <c:v>0.015055</c:v>
                </c:pt>
                <c:pt idx="63">
                  <c:v>-0.603753</c:v>
                </c:pt>
                <c:pt idx="64">
                  <c:v>0.504416</c:v>
                </c:pt>
                <c:pt idx="65">
                  <c:v>0.109804</c:v>
                </c:pt>
                <c:pt idx="66">
                  <c:v>0.262636</c:v>
                </c:pt>
                <c:pt idx="67">
                  <c:v>0.15756</c:v>
                </c:pt>
                <c:pt idx="68">
                  <c:v>0.474849</c:v>
                </c:pt>
                <c:pt idx="69">
                  <c:v>-0.16064</c:v>
                </c:pt>
                <c:pt idx="70">
                  <c:v>0.081615</c:v>
                </c:pt>
                <c:pt idx="71">
                  <c:v>0.292835</c:v>
                </c:pt>
                <c:pt idx="72">
                  <c:v>0.011473</c:v>
                </c:pt>
                <c:pt idx="73">
                  <c:v>0.504417</c:v>
                </c:pt>
                <c:pt idx="74">
                  <c:v>0.011474</c:v>
                </c:pt>
                <c:pt idx="75">
                  <c:v>-0.114471</c:v>
                </c:pt>
                <c:pt idx="76">
                  <c:v>-0.107691</c:v>
                </c:pt>
                <c:pt idx="77">
                  <c:v>-1.547249</c:v>
                </c:pt>
                <c:pt idx="78">
                  <c:v>-0.288209</c:v>
                </c:pt>
                <c:pt idx="79">
                  <c:v>0.05663</c:v>
                </c:pt>
                <c:pt idx="80">
                  <c:v>0.122546</c:v>
                </c:pt>
                <c:pt idx="81">
                  <c:v>0.258491</c:v>
                </c:pt>
                <c:pt idx="82">
                  <c:v>0.201398</c:v>
                </c:pt>
                <c:pt idx="83">
                  <c:v>0.321511</c:v>
                </c:pt>
                <c:pt idx="84">
                  <c:v>0.001158</c:v>
                </c:pt>
                <c:pt idx="85">
                  <c:v>-0.227945</c:v>
                </c:pt>
                <c:pt idx="86">
                  <c:v>0.12052</c:v>
                </c:pt>
                <c:pt idx="87">
                  <c:v>-0.235054</c:v>
                </c:pt>
                <c:pt idx="88">
                  <c:v>-0.378536</c:v>
                </c:pt>
                <c:pt idx="89">
                  <c:v>-0.480039</c:v>
                </c:pt>
                <c:pt idx="90">
                  <c:v>-0.067241</c:v>
                </c:pt>
                <c:pt idx="91">
                  <c:v>-0.570845</c:v>
                </c:pt>
                <c:pt idx="92">
                  <c:v>-0.641912</c:v>
                </c:pt>
                <c:pt idx="93">
                  <c:v>-0.035715</c:v>
                </c:pt>
                <c:pt idx="94">
                  <c:v>-0.064789</c:v>
                </c:pt>
                <c:pt idx="95">
                  <c:v>-0.476676</c:v>
                </c:pt>
                <c:pt idx="96">
                  <c:v>0.540067</c:v>
                </c:pt>
                <c:pt idx="97">
                  <c:v>-0.194421</c:v>
                </c:pt>
                <c:pt idx="98">
                  <c:v>-0.144196</c:v>
                </c:pt>
                <c:pt idx="99">
                  <c:v>-0.748093</c:v>
                </c:pt>
                <c:pt idx="100">
                  <c:v>0.330742</c:v>
                </c:pt>
                <c:pt idx="101">
                  <c:v>-0.204855</c:v>
                </c:pt>
                <c:pt idx="102">
                  <c:v>0.404514</c:v>
                </c:pt>
                <c:pt idx="103">
                  <c:v>0.515487</c:v>
                </c:pt>
                <c:pt idx="104">
                  <c:v>0.215595</c:v>
                </c:pt>
                <c:pt idx="105">
                  <c:v>0.294983</c:v>
                </c:pt>
                <c:pt idx="106">
                  <c:v>-0.051579</c:v>
                </c:pt>
                <c:pt idx="107">
                  <c:v>0.521027</c:v>
                </c:pt>
                <c:pt idx="108">
                  <c:v>0.334045</c:v>
                </c:pt>
                <c:pt idx="109">
                  <c:v>-0.34087</c:v>
                </c:pt>
                <c:pt idx="110">
                  <c:v>-0.142577</c:v>
                </c:pt>
                <c:pt idx="111">
                  <c:v>0.006238</c:v>
                </c:pt>
                <c:pt idx="112">
                  <c:v>-0.082933</c:v>
                </c:pt>
                <c:pt idx="113">
                  <c:v>0.267867</c:v>
                </c:pt>
                <c:pt idx="114">
                  <c:v>0.215002</c:v>
                </c:pt>
                <c:pt idx="115">
                  <c:v>0.57838</c:v>
                </c:pt>
                <c:pt idx="116">
                  <c:v>0.489553</c:v>
                </c:pt>
                <c:pt idx="117">
                  <c:v>-0.283779</c:v>
                </c:pt>
                <c:pt idx="118">
                  <c:v>-0.975147</c:v>
                </c:pt>
                <c:pt idx="119">
                  <c:v>-0.888863</c:v>
                </c:pt>
                <c:pt idx="120">
                  <c:v>0.507332</c:v>
                </c:pt>
                <c:pt idx="121">
                  <c:v>0.097433</c:v>
                </c:pt>
                <c:pt idx="122">
                  <c:v>-0.132252</c:v>
                </c:pt>
                <c:pt idx="123">
                  <c:v>-0.765709</c:v>
                </c:pt>
                <c:pt idx="124">
                  <c:v>-1.190714</c:v>
                </c:pt>
                <c:pt idx="125">
                  <c:v>-0.271427</c:v>
                </c:pt>
                <c:pt idx="126">
                  <c:v>0.472093</c:v>
                </c:pt>
                <c:pt idx="127">
                  <c:v>-0.02795</c:v>
                </c:pt>
                <c:pt idx="128">
                  <c:v>0.242495</c:v>
                </c:pt>
                <c:pt idx="129">
                  <c:v>-0.003606</c:v>
                </c:pt>
                <c:pt idx="130">
                  <c:v>-0.093119</c:v>
                </c:pt>
                <c:pt idx="131">
                  <c:v>0.576676</c:v>
                </c:pt>
                <c:pt idx="132">
                  <c:v>-0.045847</c:v>
                </c:pt>
                <c:pt idx="133">
                  <c:v>0.042491</c:v>
                </c:pt>
                <c:pt idx="134">
                  <c:v>0.480061</c:v>
                </c:pt>
                <c:pt idx="135">
                  <c:v>0.456913</c:v>
                </c:pt>
                <c:pt idx="136">
                  <c:v>0.410582</c:v>
                </c:pt>
                <c:pt idx="137">
                  <c:v>0.426318</c:v>
                </c:pt>
                <c:pt idx="138">
                  <c:v>0.406514</c:v>
                </c:pt>
                <c:pt idx="139">
                  <c:v>0.204374</c:v>
                </c:pt>
                <c:pt idx="140">
                  <c:v>0.206072</c:v>
                </c:pt>
                <c:pt idx="141">
                  <c:v>0.083236</c:v>
                </c:pt>
                <c:pt idx="142">
                  <c:v>-0.305587</c:v>
                </c:pt>
                <c:pt idx="143">
                  <c:v>0.322192</c:v>
                </c:pt>
                <c:pt idx="144">
                  <c:v>0.207218</c:v>
                </c:pt>
                <c:pt idx="145">
                  <c:v>0.536091</c:v>
                </c:pt>
                <c:pt idx="146">
                  <c:v>0.414891</c:v>
                </c:pt>
                <c:pt idx="147">
                  <c:v>0.307774</c:v>
                </c:pt>
                <c:pt idx="148">
                  <c:v>-0.312264</c:v>
                </c:pt>
                <c:pt idx="149">
                  <c:v>0.322891</c:v>
                </c:pt>
                <c:pt idx="150">
                  <c:v>0.042493</c:v>
                </c:pt>
                <c:pt idx="151">
                  <c:v>0.307774</c:v>
                </c:pt>
                <c:pt idx="152">
                  <c:v>0.274497</c:v>
                </c:pt>
                <c:pt idx="153">
                  <c:v>0.390875</c:v>
                </c:pt>
                <c:pt idx="154">
                  <c:v>0.065496</c:v>
                </c:pt>
                <c:pt idx="155">
                  <c:v>0.197797</c:v>
                </c:pt>
                <c:pt idx="156">
                  <c:v>0.555748</c:v>
                </c:pt>
                <c:pt idx="157">
                  <c:v>0.185954</c:v>
                </c:pt>
                <c:pt idx="158">
                  <c:v>-0.126405</c:v>
                </c:pt>
                <c:pt idx="159">
                  <c:v>-0.540417</c:v>
                </c:pt>
                <c:pt idx="160">
                  <c:v>-0.059259</c:v>
                </c:pt>
                <c:pt idx="161">
                  <c:v>-0.277528</c:v>
                </c:pt>
                <c:pt idx="162">
                  <c:v>-0.001247</c:v>
                </c:pt>
                <c:pt idx="163">
                  <c:v>-0.493948</c:v>
                </c:pt>
                <c:pt idx="164">
                  <c:v>0.291939</c:v>
                </c:pt>
                <c:pt idx="165">
                  <c:v>-0.526359</c:v>
                </c:pt>
                <c:pt idx="166">
                  <c:v>0.427334</c:v>
                </c:pt>
                <c:pt idx="167">
                  <c:v>-0.202601</c:v>
                </c:pt>
                <c:pt idx="168">
                  <c:v>-0.169262</c:v>
                </c:pt>
                <c:pt idx="169">
                  <c:v>-0.200177</c:v>
                </c:pt>
                <c:pt idx="170">
                  <c:v>-0.19543</c:v>
                </c:pt>
                <c:pt idx="171">
                  <c:v>0.564243</c:v>
                </c:pt>
                <c:pt idx="172">
                  <c:v>-0.028756</c:v>
                </c:pt>
                <c:pt idx="173">
                  <c:v>-0.815402</c:v>
                </c:pt>
                <c:pt idx="174">
                  <c:v>0.258961</c:v>
                </c:pt>
                <c:pt idx="175">
                  <c:v>-0.267773</c:v>
                </c:pt>
                <c:pt idx="176">
                  <c:v>-0.512846</c:v>
                </c:pt>
                <c:pt idx="177">
                  <c:v>0.567896</c:v>
                </c:pt>
                <c:pt idx="178">
                  <c:v>0.343555</c:v>
                </c:pt>
                <c:pt idx="179">
                  <c:v>0.059602</c:v>
                </c:pt>
                <c:pt idx="180">
                  <c:v>0.123354</c:v>
                </c:pt>
                <c:pt idx="181">
                  <c:v>0.296082</c:v>
                </c:pt>
                <c:pt idx="182">
                  <c:v>0.158475</c:v>
                </c:pt>
                <c:pt idx="183">
                  <c:v>0.395962</c:v>
                </c:pt>
                <c:pt idx="184">
                  <c:v>0.280281</c:v>
                </c:pt>
                <c:pt idx="185">
                  <c:v>-0.12564</c:v>
                </c:pt>
                <c:pt idx="186">
                  <c:v>-0.314337</c:v>
                </c:pt>
                <c:pt idx="187">
                  <c:v>-0.075318</c:v>
                </c:pt>
                <c:pt idx="188">
                  <c:v>-0.532028</c:v>
                </c:pt>
                <c:pt idx="189">
                  <c:v>0.213249</c:v>
                </c:pt>
                <c:pt idx="190">
                  <c:v>0.299824</c:v>
                </c:pt>
                <c:pt idx="191">
                  <c:v>0.407047</c:v>
                </c:pt>
                <c:pt idx="192">
                  <c:v>0.36239</c:v>
                </c:pt>
                <c:pt idx="193">
                  <c:v>0.831034</c:v>
                </c:pt>
                <c:pt idx="194">
                  <c:v>0.470012</c:v>
                </c:pt>
                <c:pt idx="195">
                  <c:v>0.223278</c:v>
                </c:pt>
                <c:pt idx="196">
                  <c:v>0.139714</c:v>
                </c:pt>
                <c:pt idx="197">
                  <c:v>0.295237</c:v>
                </c:pt>
                <c:pt idx="198">
                  <c:v>0.253913</c:v>
                </c:pt>
                <c:pt idx="199">
                  <c:v>0.559349</c:v>
                </c:pt>
                <c:pt idx="200">
                  <c:v>0.09436</c:v>
                </c:pt>
                <c:pt idx="201">
                  <c:v>0.624858</c:v>
                </c:pt>
                <c:pt idx="202">
                  <c:v>0.589032</c:v>
                </c:pt>
                <c:pt idx="203">
                  <c:v>0.090442</c:v>
                </c:pt>
                <c:pt idx="204">
                  <c:v>0.502077</c:v>
                </c:pt>
                <c:pt idx="205">
                  <c:v>0.521061</c:v>
                </c:pt>
                <c:pt idx="206">
                  <c:v>0.476531</c:v>
                </c:pt>
                <c:pt idx="207">
                  <c:v>0.043914</c:v>
                </c:pt>
                <c:pt idx="208">
                  <c:v>0.839975</c:v>
                </c:pt>
                <c:pt idx="209">
                  <c:v>-0.266414</c:v>
                </c:pt>
                <c:pt idx="210">
                  <c:v>0.407054</c:v>
                </c:pt>
                <c:pt idx="211">
                  <c:v>-0.025314</c:v>
                </c:pt>
                <c:pt idx="212">
                  <c:v>0.676846</c:v>
                </c:pt>
                <c:pt idx="213">
                  <c:v>0.731667</c:v>
                </c:pt>
                <c:pt idx="214">
                  <c:v>0.506116</c:v>
                </c:pt>
                <c:pt idx="215">
                  <c:v>0.443927</c:v>
                </c:pt>
                <c:pt idx="216">
                  <c:v>0.469716</c:v>
                </c:pt>
                <c:pt idx="217">
                  <c:v>0.433251</c:v>
                </c:pt>
                <c:pt idx="218">
                  <c:v>0.582139</c:v>
                </c:pt>
                <c:pt idx="219">
                  <c:v>0.337851</c:v>
                </c:pt>
                <c:pt idx="220">
                  <c:v>0.581933</c:v>
                </c:pt>
                <c:pt idx="221">
                  <c:v>0.589254</c:v>
                </c:pt>
                <c:pt idx="222">
                  <c:v>0.376253</c:v>
                </c:pt>
                <c:pt idx="223">
                  <c:v>0.355171</c:v>
                </c:pt>
                <c:pt idx="224">
                  <c:v>0.423496</c:v>
                </c:pt>
                <c:pt idx="225">
                  <c:v>0.435814</c:v>
                </c:pt>
                <c:pt idx="226">
                  <c:v>-0.02782</c:v>
                </c:pt>
                <c:pt idx="227">
                  <c:v>-0.314333</c:v>
                </c:pt>
                <c:pt idx="228">
                  <c:v>0.014718</c:v>
                </c:pt>
                <c:pt idx="229">
                  <c:v>0.337851</c:v>
                </c:pt>
                <c:pt idx="230">
                  <c:v>0.06117</c:v>
                </c:pt>
                <c:pt idx="231">
                  <c:v>0.594047</c:v>
                </c:pt>
                <c:pt idx="232">
                  <c:v>0.328704</c:v>
                </c:pt>
                <c:pt idx="233">
                  <c:v>-0.232345</c:v>
                </c:pt>
                <c:pt idx="234">
                  <c:v>0.101941</c:v>
                </c:pt>
                <c:pt idx="235">
                  <c:v>0.664733</c:v>
                </c:pt>
                <c:pt idx="236">
                  <c:v>0.209421</c:v>
                </c:pt>
                <c:pt idx="237">
                  <c:v>0.15653</c:v>
                </c:pt>
                <c:pt idx="238">
                  <c:v>-0.252224</c:v>
                </c:pt>
                <c:pt idx="239">
                  <c:v>0.288523</c:v>
                </c:pt>
                <c:pt idx="240">
                  <c:v>-0.086869</c:v>
                </c:pt>
                <c:pt idx="241">
                  <c:v>-0.088437</c:v>
                </c:pt>
                <c:pt idx="242">
                  <c:v>0.153633</c:v>
                </c:pt>
                <c:pt idx="243">
                  <c:v>-0.331995</c:v>
                </c:pt>
                <c:pt idx="244">
                  <c:v>0.500057</c:v>
                </c:pt>
                <c:pt idx="245">
                  <c:v>-0.330765</c:v>
                </c:pt>
                <c:pt idx="246">
                  <c:v>0.077754</c:v>
                </c:pt>
                <c:pt idx="247">
                  <c:v>0.021007</c:v>
                </c:pt>
                <c:pt idx="248">
                  <c:v>-0.40426</c:v>
                </c:pt>
                <c:pt idx="249">
                  <c:v>0.564173</c:v>
                </c:pt>
                <c:pt idx="250">
                  <c:v>0.074678</c:v>
                </c:pt>
                <c:pt idx="251">
                  <c:v>0.005624</c:v>
                </c:pt>
                <c:pt idx="252">
                  <c:v>-0.104241</c:v>
                </c:pt>
                <c:pt idx="253">
                  <c:v>-0.860473</c:v>
                </c:pt>
                <c:pt idx="254">
                  <c:v>-0.377036</c:v>
                </c:pt>
                <c:pt idx="255">
                  <c:v>-0.141068</c:v>
                </c:pt>
                <c:pt idx="256">
                  <c:v>0.262718</c:v>
                </c:pt>
                <c:pt idx="257">
                  <c:v>-0.115758</c:v>
                </c:pt>
                <c:pt idx="258">
                  <c:v>0.342378</c:v>
                </c:pt>
                <c:pt idx="259">
                  <c:v>-0.19232</c:v>
                </c:pt>
                <c:pt idx="260">
                  <c:v>0.06209</c:v>
                </c:pt>
                <c:pt idx="261">
                  <c:v>-0.347742</c:v>
                </c:pt>
                <c:pt idx="262">
                  <c:v>-0.044998</c:v>
                </c:pt>
                <c:pt idx="263">
                  <c:v>-0.5074</c:v>
                </c:pt>
                <c:pt idx="264">
                  <c:v>0.06209</c:v>
                </c:pt>
                <c:pt idx="265">
                  <c:v>-0.255948</c:v>
                </c:pt>
                <c:pt idx="266">
                  <c:v>-0.103968</c:v>
                </c:pt>
                <c:pt idx="267">
                  <c:v>-0.116439</c:v>
                </c:pt>
                <c:pt idx="268">
                  <c:v>0.037724</c:v>
                </c:pt>
                <c:pt idx="269">
                  <c:v>0.307627</c:v>
                </c:pt>
                <c:pt idx="270">
                  <c:v>-0.151803</c:v>
                </c:pt>
                <c:pt idx="271">
                  <c:v>-0.246203</c:v>
                </c:pt>
                <c:pt idx="272">
                  <c:v>0.297612</c:v>
                </c:pt>
                <c:pt idx="273">
                  <c:v>-0.073009</c:v>
                </c:pt>
                <c:pt idx="274">
                  <c:v>-0.64152</c:v>
                </c:pt>
                <c:pt idx="275">
                  <c:v>-0.066199</c:v>
                </c:pt>
                <c:pt idx="276">
                  <c:v>-0.456705</c:v>
                </c:pt>
                <c:pt idx="277">
                  <c:v>-0.192717</c:v>
                </c:pt>
                <c:pt idx="278">
                  <c:v>0.107756</c:v>
                </c:pt>
                <c:pt idx="279">
                  <c:v>-0.350676</c:v>
                </c:pt>
                <c:pt idx="280">
                  <c:v>0.321705</c:v>
                </c:pt>
                <c:pt idx="281">
                  <c:v>-0.140878</c:v>
                </c:pt>
                <c:pt idx="282">
                  <c:v>-0.533672</c:v>
                </c:pt>
                <c:pt idx="283">
                  <c:v>0.217776</c:v>
                </c:pt>
                <c:pt idx="284">
                  <c:v>-0.236844</c:v>
                </c:pt>
                <c:pt idx="285">
                  <c:v>0.211725</c:v>
                </c:pt>
                <c:pt idx="286">
                  <c:v>0.516966</c:v>
                </c:pt>
                <c:pt idx="287">
                  <c:v>-0.180234</c:v>
                </c:pt>
                <c:pt idx="288">
                  <c:v>-0.172956</c:v>
                </c:pt>
                <c:pt idx="289">
                  <c:v>0.155327</c:v>
                </c:pt>
                <c:pt idx="290">
                  <c:v>0.513578</c:v>
                </c:pt>
                <c:pt idx="291">
                  <c:v>0.032393</c:v>
                </c:pt>
                <c:pt idx="292">
                  <c:v>0.190284</c:v>
                </c:pt>
                <c:pt idx="293">
                  <c:v>-0.128918</c:v>
                </c:pt>
                <c:pt idx="294">
                  <c:v>0.309356</c:v>
                </c:pt>
                <c:pt idx="295">
                  <c:v>-0.5422</c:v>
                </c:pt>
                <c:pt idx="296">
                  <c:v>0.075418</c:v>
                </c:pt>
                <c:pt idx="297">
                  <c:v>-0.213917</c:v>
                </c:pt>
                <c:pt idx="298">
                  <c:v>0.021486</c:v>
                </c:pt>
                <c:pt idx="299">
                  <c:v>-0.1103</c:v>
                </c:pt>
                <c:pt idx="300">
                  <c:v>0.150251</c:v>
                </c:pt>
                <c:pt idx="301">
                  <c:v>-0.090833</c:v>
                </c:pt>
                <c:pt idx="302">
                  <c:v>-0.436458</c:v>
                </c:pt>
                <c:pt idx="303">
                  <c:v>-0.107373</c:v>
                </c:pt>
                <c:pt idx="304">
                  <c:v>0.276549</c:v>
                </c:pt>
                <c:pt idx="305">
                  <c:v>-0.213969</c:v>
                </c:pt>
                <c:pt idx="306">
                  <c:v>-0.69056</c:v>
                </c:pt>
                <c:pt idx="307">
                  <c:v>0.287903</c:v>
                </c:pt>
                <c:pt idx="308">
                  <c:v>0.120658</c:v>
                </c:pt>
                <c:pt idx="309">
                  <c:v>-0.511973</c:v>
                </c:pt>
                <c:pt idx="310">
                  <c:v>-0.265006</c:v>
                </c:pt>
                <c:pt idx="311">
                  <c:v>-0.540281</c:v>
                </c:pt>
                <c:pt idx="312">
                  <c:v>-0.496251</c:v>
                </c:pt>
                <c:pt idx="313">
                  <c:v>0.034656</c:v>
                </c:pt>
                <c:pt idx="314">
                  <c:v>0.139207</c:v>
                </c:pt>
                <c:pt idx="315">
                  <c:v>-0.02525</c:v>
                </c:pt>
                <c:pt idx="316">
                  <c:v>0.3666</c:v>
                </c:pt>
                <c:pt idx="317">
                  <c:v>-0.292699</c:v>
                </c:pt>
                <c:pt idx="318">
                  <c:v>0.194874</c:v>
                </c:pt>
                <c:pt idx="319">
                  <c:v>-0.271957</c:v>
                </c:pt>
                <c:pt idx="320">
                  <c:v>0.106431</c:v>
                </c:pt>
                <c:pt idx="321">
                  <c:v>-0.25281</c:v>
                </c:pt>
                <c:pt idx="322">
                  <c:v>-0.430381</c:v>
                </c:pt>
                <c:pt idx="323">
                  <c:v>-0.118078</c:v>
                </c:pt>
                <c:pt idx="324">
                  <c:v>0.339243</c:v>
                </c:pt>
                <c:pt idx="325">
                  <c:v>0.244994</c:v>
                </c:pt>
                <c:pt idx="326">
                  <c:v>-0.27162</c:v>
                </c:pt>
                <c:pt idx="327">
                  <c:v>-0.944089</c:v>
                </c:pt>
                <c:pt idx="328">
                  <c:v>-0.209115</c:v>
                </c:pt>
                <c:pt idx="329">
                  <c:v>-1.488523</c:v>
                </c:pt>
                <c:pt idx="330">
                  <c:v>-1.091832</c:v>
                </c:pt>
                <c:pt idx="331">
                  <c:v>0.111595</c:v>
                </c:pt>
                <c:pt idx="332">
                  <c:v>0.293067</c:v>
                </c:pt>
                <c:pt idx="333">
                  <c:v>0.64954</c:v>
                </c:pt>
                <c:pt idx="334">
                  <c:v>0.468985</c:v>
                </c:pt>
                <c:pt idx="335">
                  <c:v>-0.821153</c:v>
                </c:pt>
                <c:pt idx="336">
                  <c:v>-0.162295</c:v>
                </c:pt>
                <c:pt idx="337">
                  <c:v>0.006093</c:v>
                </c:pt>
                <c:pt idx="338">
                  <c:v>-0.244622</c:v>
                </c:pt>
                <c:pt idx="339">
                  <c:v>-0.065599</c:v>
                </c:pt>
                <c:pt idx="340">
                  <c:v>0.37865</c:v>
                </c:pt>
                <c:pt idx="341">
                  <c:v>0.20355</c:v>
                </c:pt>
                <c:pt idx="342">
                  <c:v>0.113447</c:v>
                </c:pt>
                <c:pt idx="343">
                  <c:v>0.247019</c:v>
                </c:pt>
                <c:pt idx="344">
                  <c:v>-0.053358</c:v>
                </c:pt>
                <c:pt idx="345">
                  <c:v>-0.1076</c:v>
                </c:pt>
                <c:pt idx="346">
                  <c:v>0.005884</c:v>
                </c:pt>
                <c:pt idx="347">
                  <c:v>-0.213954</c:v>
                </c:pt>
                <c:pt idx="348">
                  <c:v>-1.565876</c:v>
                </c:pt>
                <c:pt idx="349">
                  <c:v>-0.133536</c:v>
                </c:pt>
                <c:pt idx="350">
                  <c:v>-0.210175</c:v>
                </c:pt>
                <c:pt idx="351">
                  <c:v>0.189854</c:v>
                </c:pt>
                <c:pt idx="352">
                  <c:v>-0.064954</c:v>
                </c:pt>
                <c:pt idx="353">
                  <c:v>-0.05365</c:v>
                </c:pt>
                <c:pt idx="354">
                  <c:v>-0.141409</c:v>
                </c:pt>
                <c:pt idx="355">
                  <c:v>-0.188103</c:v>
                </c:pt>
                <c:pt idx="356">
                  <c:v>-0.064676</c:v>
                </c:pt>
                <c:pt idx="357">
                  <c:v>0.354347</c:v>
                </c:pt>
                <c:pt idx="358">
                  <c:v>0.226883</c:v>
                </c:pt>
                <c:pt idx="359">
                  <c:v>0.442172</c:v>
                </c:pt>
                <c:pt idx="360">
                  <c:v>0.497981</c:v>
                </c:pt>
                <c:pt idx="361">
                  <c:v>0.012179</c:v>
                </c:pt>
                <c:pt idx="362">
                  <c:v>0.124565</c:v>
                </c:pt>
                <c:pt idx="363">
                  <c:v>-0.193119</c:v>
                </c:pt>
                <c:pt idx="364">
                  <c:v>-0.329094</c:v>
                </c:pt>
                <c:pt idx="365">
                  <c:v>-0.111006</c:v>
                </c:pt>
                <c:pt idx="366">
                  <c:v>-0.472475</c:v>
                </c:pt>
                <c:pt idx="367">
                  <c:v>-0.374635</c:v>
                </c:pt>
                <c:pt idx="368">
                  <c:v>0.178845</c:v>
                </c:pt>
                <c:pt idx="369">
                  <c:v>-0.074635</c:v>
                </c:pt>
                <c:pt idx="370">
                  <c:v>-0.001634</c:v>
                </c:pt>
                <c:pt idx="371">
                  <c:v>-0.045079</c:v>
                </c:pt>
                <c:pt idx="372">
                  <c:v>0.077423</c:v>
                </c:pt>
                <c:pt idx="373">
                  <c:v>-0.930734</c:v>
                </c:pt>
                <c:pt idx="374">
                  <c:v>-0.528128</c:v>
                </c:pt>
                <c:pt idx="375">
                  <c:v>-0.072065</c:v>
                </c:pt>
                <c:pt idx="376">
                  <c:v>0.195611</c:v>
                </c:pt>
                <c:pt idx="377">
                  <c:v>0.343389</c:v>
                </c:pt>
                <c:pt idx="378">
                  <c:v>-0.383055</c:v>
                </c:pt>
                <c:pt idx="379">
                  <c:v>-0.045079</c:v>
                </c:pt>
                <c:pt idx="380">
                  <c:v>0.209547</c:v>
                </c:pt>
                <c:pt idx="381">
                  <c:v>-0.097099</c:v>
                </c:pt>
                <c:pt idx="382">
                  <c:v>0.256886</c:v>
                </c:pt>
                <c:pt idx="383">
                  <c:v>-0.262796</c:v>
                </c:pt>
                <c:pt idx="384">
                  <c:v>-0.04503</c:v>
                </c:pt>
                <c:pt idx="385">
                  <c:v>-0.987779</c:v>
                </c:pt>
                <c:pt idx="386">
                  <c:v>0.17087</c:v>
                </c:pt>
                <c:pt idx="387">
                  <c:v>-0.514105</c:v>
                </c:pt>
                <c:pt idx="388">
                  <c:v>-1.083772</c:v>
                </c:pt>
                <c:pt idx="389">
                  <c:v>0.040338</c:v>
                </c:pt>
                <c:pt idx="390">
                  <c:v>-0.356796</c:v>
                </c:pt>
                <c:pt idx="391">
                  <c:v>-0.870914</c:v>
                </c:pt>
                <c:pt idx="392">
                  <c:v>-0.096183</c:v>
                </c:pt>
                <c:pt idx="393">
                  <c:v>0.32327</c:v>
                </c:pt>
                <c:pt idx="394">
                  <c:v>0.310948</c:v>
                </c:pt>
                <c:pt idx="395">
                  <c:v>0.646333</c:v>
                </c:pt>
                <c:pt idx="396">
                  <c:v>-0.262059</c:v>
                </c:pt>
                <c:pt idx="397">
                  <c:v>-0.141192</c:v>
                </c:pt>
                <c:pt idx="398">
                  <c:v>0.045794</c:v>
                </c:pt>
                <c:pt idx="399">
                  <c:v>0.102643</c:v>
                </c:pt>
                <c:pt idx="400">
                  <c:v>-0.112463</c:v>
                </c:pt>
                <c:pt idx="401">
                  <c:v>0.228922</c:v>
                </c:pt>
                <c:pt idx="402">
                  <c:v>-0.238395</c:v>
                </c:pt>
                <c:pt idx="403">
                  <c:v>-0.437214</c:v>
                </c:pt>
                <c:pt idx="404">
                  <c:v>0.177701</c:v>
                </c:pt>
                <c:pt idx="405">
                  <c:v>0.537495</c:v>
                </c:pt>
                <c:pt idx="406">
                  <c:v>-0.585984</c:v>
                </c:pt>
                <c:pt idx="407">
                  <c:v>-0.639542</c:v>
                </c:pt>
                <c:pt idx="408">
                  <c:v>0.198541</c:v>
                </c:pt>
                <c:pt idx="409">
                  <c:v>-0.318754</c:v>
                </c:pt>
                <c:pt idx="410">
                  <c:v>-0.132647</c:v>
                </c:pt>
                <c:pt idx="411">
                  <c:v>0.05417</c:v>
                </c:pt>
                <c:pt idx="412">
                  <c:v>0.172985</c:v>
                </c:pt>
                <c:pt idx="413">
                  <c:v>-1.110201</c:v>
                </c:pt>
                <c:pt idx="414">
                  <c:v>-0.507412</c:v>
                </c:pt>
                <c:pt idx="415">
                  <c:v>-0.00746</c:v>
                </c:pt>
                <c:pt idx="416">
                  <c:v>0.35519</c:v>
                </c:pt>
                <c:pt idx="417">
                  <c:v>0.631855</c:v>
                </c:pt>
                <c:pt idx="418">
                  <c:v>-0.288432</c:v>
                </c:pt>
                <c:pt idx="419">
                  <c:v>0.675137</c:v>
                </c:pt>
                <c:pt idx="420">
                  <c:v>-0.083137</c:v>
                </c:pt>
                <c:pt idx="421">
                  <c:v>0.3642</c:v>
                </c:pt>
                <c:pt idx="422">
                  <c:v>-0.144917</c:v>
                </c:pt>
                <c:pt idx="423">
                  <c:v>0.374146</c:v>
                </c:pt>
                <c:pt idx="424">
                  <c:v>0.943864</c:v>
                </c:pt>
                <c:pt idx="425">
                  <c:v>0.54767</c:v>
                </c:pt>
                <c:pt idx="426">
                  <c:v>-0.377041</c:v>
                </c:pt>
                <c:pt idx="427">
                  <c:v>0.199517</c:v>
                </c:pt>
                <c:pt idx="428">
                  <c:v>0.396533</c:v>
                </c:pt>
                <c:pt idx="429">
                  <c:v>0.466071</c:v>
                </c:pt>
                <c:pt idx="430">
                  <c:v>0.464645</c:v>
                </c:pt>
                <c:pt idx="431">
                  <c:v>-0.218651</c:v>
                </c:pt>
                <c:pt idx="432">
                  <c:v>0.279655</c:v>
                </c:pt>
                <c:pt idx="433">
                  <c:v>0.280277</c:v>
                </c:pt>
                <c:pt idx="434">
                  <c:v>-0.202756</c:v>
                </c:pt>
                <c:pt idx="435">
                  <c:v>0.145348</c:v>
                </c:pt>
                <c:pt idx="436">
                  <c:v>0.296312</c:v>
                </c:pt>
                <c:pt idx="437">
                  <c:v>0.234999</c:v>
                </c:pt>
                <c:pt idx="438">
                  <c:v>0.283102</c:v>
                </c:pt>
                <c:pt idx="439">
                  <c:v>0.350125</c:v>
                </c:pt>
                <c:pt idx="440">
                  <c:v>0.535939</c:v>
                </c:pt>
                <c:pt idx="441">
                  <c:v>0.318454</c:v>
                </c:pt>
                <c:pt idx="442">
                  <c:v>0.251002</c:v>
                </c:pt>
                <c:pt idx="443">
                  <c:v>-1.316105</c:v>
                </c:pt>
                <c:pt idx="444">
                  <c:v>0.237675</c:v>
                </c:pt>
                <c:pt idx="445">
                  <c:v>-0.107321</c:v>
                </c:pt>
                <c:pt idx="446">
                  <c:v>-0.401596</c:v>
                </c:pt>
                <c:pt idx="447">
                  <c:v>0.27336</c:v>
                </c:pt>
                <c:pt idx="448">
                  <c:v>0.22126</c:v>
                </c:pt>
                <c:pt idx="449">
                  <c:v>0.187557</c:v>
                </c:pt>
                <c:pt idx="450">
                  <c:v>0.124453</c:v>
                </c:pt>
                <c:pt idx="451">
                  <c:v>0.307614</c:v>
                </c:pt>
                <c:pt idx="452">
                  <c:v>-0.107396</c:v>
                </c:pt>
                <c:pt idx="453">
                  <c:v>0.226215</c:v>
                </c:pt>
                <c:pt idx="454">
                  <c:v>0.553092</c:v>
                </c:pt>
                <c:pt idx="455">
                  <c:v>0.521258</c:v>
                </c:pt>
                <c:pt idx="456">
                  <c:v>0.267284</c:v>
                </c:pt>
                <c:pt idx="457">
                  <c:v>-0.737879</c:v>
                </c:pt>
                <c:pt idx="458">
                  <c:v>0.39202</c:v>
                </c:pt>
                <c:pt idx="459">
                  <c:v>0.291832</c:v>
                </c:pt>
                <c:pt idx="460">
                  <c:v>-0.363368</c:v>
                </c:pt>
                <c:pt idx="461">
                  <c:v>-0.016246</c:v>
                </c:pt>
                <c:pt idx="462">
                  <c:v>-0.296918</c:v>
                </c:pt>
                <c:pt idx="463">
                  <c:v>0.067211</c:v>
                </c:pt>
                <c:pt idx="464">
                  <c:v>0.250066</c:v>
                </c:pt>
                <c:pt idx="465">
                  <c:v>-0.191478</c:v>
                </c:pt>
                <c:pt idx="466">
                  <c:v>0.627522</c:v>
                </c:pt>
                <c:pt idx="467">
                  <c:v>-0.130076</c:v>
                </c:pt>
                <c:pt idx="468">
                  <c:v>0.084025</c:v>
                </c:pt>
                <c:pt idx="469">
                  <c:v>0.395535</c:v>
                </c:pt>
                <c:pt idx="470">
                  <c:v>-0.167533</c:v>
                </c:pt>
                <c:pt idx="471">
                  <c:v>-0.032535</c:v>
                </c:pt>
                <c:pt idx="472">
                  <c:v>0.239621</c:v>
                </c:pt>
                <c:pt idx="473">
                  <c:v>-0.057733</c:v>
                </c:pt>
                <c:pt idx="474">
                  <c:v>0.487338</c:v>
                </c:pt>
                <c:pt idx="475">
                  <c:v>0.084412</c:v>
                </c:pt>
                <c:pt idx="476">
                  <c:v>-0.135525</c:v>
                </c:pt>
                <c:pt idx="477">
                  <c:v>0.373853</c:v>
                </c:pt>
                <c:pt idx="478">
                  <c:v>-0.681222</c:v>
                </c:pt>
                <c:pt idx="479">
                  <c:v>-0.471027</c:v>
                </c:pt>
                <c:pt idx="480">
                  <c:v>0.047264</c:v>
                </c:pt>
                <c:pt idx="481">
                  <c:v>-0.355392</c:v>
                </c:pt>
                <c:pt idx="482">
                  <c:v>0.299459</c:v>
                </c:pt>
                <c:pt idx="483">
                  <c:v>0.036934</c:v>
                </c:pt>
                <c:pt idx="484">
                  <c:v>0.32271</c:v>
                </c:pt>
                <c:pt idx="485">
                  <c:v>0.065677</c:v>
                </c:pt>
                <c:pt idx="486">
                  <c:v>0.31881</c:v>
                </c:pt>
                <c:pt idx="487">
                  <c:v>0.195525</c:v>
                </c:pt>
                <c:pt idx="488">
                  <c:v>0.010882</c:v>
                </c:pt>
                <c:pt idx="489">
                  <c:v>-0.726499</c:v>
                </c:pt>
                <c:pt idx="490">
                  <c:v>-1.396295</c:v>
                </c:pt>
                <c:pt idx="491">
                  <c:v>-0.890285</c:v>
                </c:pt>
                <c:pt idx="492">
                  <c:v>0.300257</c:v>
                </c:pt>
                <c:pt idx="493">
                  <c:v>0.073621</c:v>
                </c:pt>
                <c:pt idx="494">
                  <c:v>-0.014862</c:v>
                </c:pt>
                <c:pt idx="495">
                  <c:v>0.139452</c:v>
                </c:pt>
                <c:pt idx="496">
                  <c:v>-0.101033</c:v>
                </c:pt>
                <c:pt idx="497">
                  <c:v>-0.126182</c:v>
                </c:pt>
                <c:pt idx="498">
                  <c:v>0.164576</c:v>
                </c:pt>
                <c:pt idx="499">
                  <c:v>-0.090958</c:v>
                </c:pt>
                <c:pt idx="500">
                  <c:v>0.396293</c:v>
                </c:pt>
                <c:pt idx="501">
                  <c:v>-1.447083</c:v>
                </c:pt>
                <c:pt idx="502">
                  <c:v>0.424904</c:v>
                </c:pt>
                <c:pt idx="503">
                  <c:v>0.303013</c:v>
                </c:pt>
                <c:pt idx="504">
                  <c:v>-0.035961</c:v>
                </c:pt>
                <c:pt idx="505">
                  <c:v>0.202821</c:v>
                </c:pt>
                <c:pt idx="506">
                  <c:v>0.007081</c:v>
                </c:pt>
                <c:pt idx="507">
                  <c:v>-0.086016</c:v>
                </c:pt>
                <c:pt idx="508">
                  <c:v>-0.169741</c:v>
                </c:pt>
                <c:pt idx="509">
                  <c:v>0.459303</c:v>
                </c:pt>
                <c:pt idx="510">
                  <c:v>0.694389</c:v>
                </c:pt>
                <c:pt idx="511">
                  <c:v>0.213804</c:v>
                </c:pt>
                <c:pt idx="512">
                  <c:v>0.249476</c:v>
                </c:pt>
                <c:pt idx="513">
                  <c:v>1.22176</c:v>
                </c:pt>
                <c:pt idx="514">
                  <c:v>-0.376239</c:v>
                </c:pt>
                <c:pt idx="515">
                  <c:v>0.599433</c:v>
                </c:pt>
                <c:pt idx="516">
                  <c:v>0.727892</c:v>
                </c:pt>
                <c:pt idx="517">
                  <c:v>0.223277</c:v>
                </c:pt>
                <c:pt idx="518">
                  <c:v>0.445165</c:v>
                </c:pt>
                <c:pt idx="519">
                  <c:v>0.042755</c:v>
                </c:pt>
                <c:pt idx="520">
                  <c:v>0.072923</c:v>
                </c:pt>
                <c:pt idx="521">
                  <c:v>-1.286356</c:v>
                </c:pt>
                <c:pt idx="522">
                  <c:v>-0.027744</c:v>
                </c:pt>
                <c:pt idx="523">
                  <c:v>-0.524012</c:v>
                </c:pt>
                <c:pt idx="524">
                  <c:v>0.35349</c:v>
                </c:pt>
                <c:pt idx="525">
                  <c:v>-0.362196</c:v>
                </c:pt>
                <c:pt idx="526">
                  <c:v>0.275948</c:v>
                </c:pt>
                <c:pt idx="527">
                  <c:v>0.383443</c:v>
                </c:pt>
                <c:pt idx="528">
                  <c:v>-0.277699</c:v>
                </c:pt>
                <c:pt idx="529">
                  <c:v>0.355364</c:v>
                </c:pt>
                <c:pt idx="530">
                  <c:v>-0.072123</c:v>
                </c:pt>
                <c:pt idx="531">
                  <c:v>0.328178</c:v>
                </c:pt>
                <c:pt idx="532">
                  <c:v>0.569278</c:v>
                </c:pt>
                <c:pt idx="533">
                  <c:v>0.063095</c:v>
                </c:pt>
                <c:pt idx="534">
                  <c:v>0.547687</c:v>
                </c:pt>
                <c:pt idx="535">
                  <c:v>-1.767027</c:v>
                </c:pt>
                <c:pt idx="536">
                  <c:v>0.659299</c:v>
                </c:pt>
                <c:pt idx="537">
                  <c:v>0.459569</c:v>
                </c:pt>
                <c:pt idx="538">
                  <c:v>0.043906</c:v>
                </c:pt>
                <c:pt idx="539">
                  <c:v>0.637078</c:v>
                </c:pt>
                <c:pt idx="540">
                  <c:v>-0.322665</c:v>
                </c:pt>
                <c:pt idx="541">
                  <c:v>0.524799</c:v>
                </c:pt>
                <c:pt idx="542">
                  <c:v>0.133702</c:v>
                </c:pt>
                <c:pt idx="543">
                  <c:v>-0.35889</c:v>
                </c:pt>
                <c:pt idx="544">
                  <c:v>0.337446</c:v>
                </c:pt>
                <c:pt idx="545">
                  <c:v>0.458276</c:v>
                </c:pt>
                <c:pt idx="546">
                  <c:v>0.360431</c:v>
                </c:pt>
                <c:pt idx="547">
                  <c:v>-0.104391</c:v>
                </c:pt>
                <c:pt idx="548">
                  <c:v>0.086169</c:v>
                </c:pt>
                <c:pt idx="549">
                  <c:v>0.140816</c:v>
                </c:pt>
                <c:pt idx="550">
                  <c:v>-0.596992</c:v>
                </c:pt>
                <c:pt idx="551">
                  <c:v>0.112885</c:v>
                </c:pt>
                <c:pt idx="552">
                  <c:v>0.024958</c:v>
                </c:pt>
                <c:pt idx="553">
                  <c:v>0.664594</c:v>
                </c:pt>
                <c:pt idx="554">
                  <c:v>0.353649</c:v>
                </c:pt>
                <c:pt idx="555">
                  <c:v>-0.494057</c:v>
                </c:pt>
                <c:pt idx="556">
                  <c:v>-0.214648</c:v>
                </c:pt>
                <c:pt idx="557">
                  <c:v>0.261402</c:v>
                </c:pt>
                <c:pt idx="558">
                  <c:v>0.034589</c:v>
                </c:pt>
                <c:pt idx="559">
                  <c:v>-0.010538</c:v>
                </c:pt>
                <c:pt idx="560">
                  <c:v>-0.347038</c:v>
                </c:pt>
                <c:pt idx="561">
                  <c:v>-1.052909</c:v>
                </c:pt>
                <c:pt idx="562">
                  <c:v>-0.214455</c:v>
                </c:pt>
                <c:pt idx="563">
                  <c:v>-0.089667</c:v>
                </c:pt>
                <c:pt idx="564">
                  <c:v>-0.238836</c:v>
                </c:pt>
                <c:pt idx="565">
                  <c:v>0.359916</c:v>
                </c:pt>
                <c:pt idx="566">
                  <c:v>0.14461</c:v>
                </c:pt>
                <c:pt idx="567">
                  <c:v>0.011605</c:v>
                </c:pt>
                <c:pt idx="568">
                  <c:v>-0.316995</c:v>
                </c:pt>
                <c:pt idx="569">
                  <c:v>0.18956</c:v>
                </c:pt>
                <c:pt idx="570">
                  <c:v>0.289288</c:v>
                </c:pt>
                <c:pt idx="571">
                  <c:v>-0.0797</c:v>
                </c:pt>
                <c:pt idx="572">
                  <c:v>-0.779159</c:v>
                </c:pt>
                <c:pt idx="573">
                  <c:v>0.276679</c:v>
                </c:pt>
                <c:pt idx="574">
                  <c:v>0.245118</c:v>
                </c:pt>
                <c:pt idx="575">
                  <c:v>0.092423</c:v>
                </c:pt>
                <c:pt idx="576">
                  <c:v>-0.774168</c:v>
                </c:pt>
                <c:pt idx="577">
                  <c:v>0.185287</c:v>
                </c:pt>
                <c:pt idx="578">
                  <c:v>0.319669</c:v>
                </c:pt>
                <c:pt idx="579">
                  <c:v>0.414044</c:v>
                </c:pt>
                <c:pt idx="580">
                  <c:v>-0.855407</c:v>
                </c:pt>
                <c:pt idx="581">
                  <c:v>0.230439</c:v>
                </c:pt>
                <c:pt idx="582">
                  <c:v>0.543212</c:v>
                </c:pt>
                <c:pt idx="583">
                  <c:v>-0.336277</c:v>
                </c:pt>
                <c:pt idx="584">
                  <c:v>-0.317392</c:v>
                </c:pt>
                <c:pt idx="585">
                  <c:v>0.046972</c:v>
                </c:pt>
                <c:pt idx="586">
                  <c:v>-0.051579</c:v>
                </c:pt>
                <c:pt idx="587">
                  <c:v>-0.279033</c:v>
                </c:pt>
                <c:pt idx="588">
                  <c:v>-0.133987</c:v>
                </c:pt>
                <c:pt idx="589">
                  <c:v>0.20993</c:v>
                </c:pt>
                <c:pt idx="590">
                  <c:v>0.132125</c:v>
                </c:pt>
                <c:pt idx="591">
                  <c:v>-0.735393</c:v>
                </c:pt>
                <c:pt idx="592">
                  <c:v>0.278449</c:v>
                </c:pt>
                <c:pt idx="593">
                  <c:v>-0.570843</c:v>
                </c:pt>
                <c:pt idx="594">
                  <c:v>-0.764032</c:v>
                </c:pt>
                <c:pt idx="595">
                  <c:v>0.131641</c:v>
                </c:pt>
                <c:pt idx="596">
                  <c:v>-0.617095</c:v>
                </c:pt>
                <c:pt idx="597">
                  <c:v>-0.138021</c:v>
                </c:pt>
                <c:pt idx="598">
                  <c:v>0.821596</c:v>
                </c:pt>
                <c:pt idx="599">
                  <c:v>-0.552118</c:v>
                </c:pt>
                <c:pt idx="600">
                  <c:v>-0.369964</c:v>
                </c:pt>
                <c:pt idx="601">
                  <c:v>-0.099839</c:v>
                </c:pt>
                <c:pt idx="602">
                  <c:v>0.130684</c:v>
                </c:pt>
                <c:pt idx="603">
                  <c:v>-0.554421</c:v>
                </c:pt>
                <c:pt idx="604">
                  <c:v>0.016926</c:v>
                </c:pt>
                <c:pt idx="605">
                  <c:v>0.477671</c:v>
                </c:pt>
                <c:pt idx="606">
                  <c:v>0.054677</c:v>
                </c:pt>
                <c:pt idx="607">
                  <c:v>0.408622</c:v>
                </c:pt>
                <c:pt idx="608">
                  <c:v>0.270729</c:v>
                </c:pt>
                <c:pt idx="609">
                  <c:v>0.745749</c:v>
                </c:pt>
                <c:pt idx="610">
                  <c:v>0.195193</c:v>
                </c:pt>
                <c:pt idx="611">
                  <c:v>0.441366</c:v>
                </c:pt>
                <c:pt idx="612">
                  <c:v>0.12094</c:v>
                </c:pt>
                <c:pt idx="613">
                  <c:v>0.555351</c:v>
                </c:pt>
                <c:pt idx="614">
                  <c:v>-0.149069</c:v>
                </c:pt>
                <c:pt idx="615">
                  <c:v>0.125604</c:v>
                </c:pt>
                <c:pt idx="616">
                  <c:v>0.119347</c:v>
                </c:pt>
                <c:pt idx="617">
                  <c:v>-0.105881</c:v>
                </c:pt>
                <c:pt idx="618">
                  <c:v>-0.099998</c:v>
                </c:pt>
                <c:pt idx="619">
                  <c:v>-0.123186</c:v>
                </c:pt>
                <c:pt idx="620">
                  <c:v>0.355385</c:v>
                </c:pt>
                <c:pt idx="621">
                  <c:v>-0.080096</c:v>
                </c:pt>
                <c:pt idx="622">
                  <c:v>-0.598941</c:v>
                </c:pt>
                <c:pt idx="623">
                  <c:v>-0.493734</c:v>
                </c:pt>
                <c:pt idx="624">
                  <c:v>-0.163907</c:v>
                </c:pt>
                <c:pt idx="625">
                  <c:v>0.220909</c:v>
                </c:pt>
                <c:pt idx="626">
                  <c:v>-0.320576</c:v>
                </c:pt>
                <c:pt idx="627">
                  <c:v>-0.090739</c:v>
                </c:pt>
                <c:pt idx="628">
                  <c:v>0.085495</c:v>
                </c:pt>
                <c:pt idx="629">
                  <c:v>0.207659</c:v>
                </c:pt>
                <c:pt idx="630">
                  <c:v>-0.006343</c:v>
                </c:pt>
                <c:pt idx="631">
                  <c:v>0.040074</c:v>
                </c:pt>
                <c:pt idx="632">
                  <c:v>-0.024753</c:v>
                </c:pt>
                <c:pt idx="633">
                  <c:v>-0.111918</c:v>
                </c:pt>
                <c:pt idx="634">
                  <c:v>-0.843969</c:v>
                </c:pt>
                <c:pt idx="635">
                  <c:v>0.696429</c:v>
                </c:pt>
                <c:pt idx="636">
                  <c:v>0.127794</c:v>
                </c:pt>
                <c:pt idx="637">
                  <c:v>0.119147</c:v>
                </c:pt>
                <c:pt idx="638">
                  <c:v>0.627118</c:v>
                </c:pt>
                <c:pt idx="639">
                  <c:v>0.113015</c:v>
                </c:pt>
                <c:pt idx="640">
                  <c:v>0.428476</c:v>
                </c:pt>
                <c:pt idx="641">
                  <c:v>0.039147</c:v>
                </c:pt>
                <c:pt idx="642">
                  <c:v>0.522705</c:v>
                </c:pt>
                <c:pt idx="643">
                  <c:v>-0.234503</c:v>
                </c:pt>
                <c:pt idx="644">
                  <c:v>-0.256526</c:v>
                </c:pt>
                <c:pt idx="645">
                  <c:v>-0.627323</c:v>
                </c:pt>
                <c:pt idx="646">
                  <c:v>-0.042553</c:v>
                </c:pt>
                <c:pt idx="647">
                  <c:v>-0.887698</c:v>
                </c:pt>
                <c:pt idx="648">
                  <c:v>0.098879</c:v>
                </c:pt>
                <c:pt idx="649">
                  <c:v>-0.382426</c:v>
                </c:pt>
                <c:pt idx="650">
                  <c:v>-0.535916</c:v>
                </c:pt>
                <c:pt idx="651">
                  <c:v>-0.245113</c:v>
                </c:pt>
                <c:pt idx="652">
                  <c:v>-0.720131</c:v>
                </c:pt>
                <c:pt idx="653">
                  <c:v>0.163046</c:v>
                </c:pt>
                <c:pt idx="654">
                  <c:v>0.123209</c:v>
                </c:pt>
                <c:pt idx="655">
                  <c:v>0.408373</c:v>
                </c:pt>
                <c:pt idx="656">
                  <c:v>0.451779</c:v>
                </c:pt>
                <c:pt idx="657">
                  <c:v>0.818656</c:v>
                </c:pt>
                <c:pt idx="658">
                  <c:v>-0.052134</c:v>
                </c:pt>
                <c:pt idx="659">
                  <c:v>0.16327</c:v>
                </c:pt>
                <c:pt idx="660">
                  <c:v>0.227267</c:v>
                </c:pt>
                <c:pt idx="661">
                  <c:v>0.056707</c:v>
                </c:pt>
                <c:pt idx="662">
                  <c:v>0.20774</c:v>
                </c:pt>
                <c:pt idx="663">
                  <c:v>0.212691</c:v>
                </c:pt>
                <c:pt idx="664">
                  <c:v>-0.147499</c:v>
                </c:pt>
                <c:pt idx="665">
                  <c:v>-0.479942</c:v>
                </c:pt>
                <c:pt idx="666">
                  <c:v>0.390157</c:v>
                </c:pt>
                <c:pt idx="667">
                  <c:v>-0.145886</c:v>
                </c:pt>
                <c:pt idx="668">
                  <c:v>0.066022</c:v>
                </c:pt>
                <c:pt idx="669">
                  <c:v>0.329119</c:v>
                </c:pt>
                <c:pt idx="670">
                  <c:v>-0.664991</c:v>
                </c:pt>
                <c:pt idx="671">
                  <c:v>0.711764</c:v>
                </c:pt>
                <c:pt idx="672">
                  <c:v>-0.396618</c:v>
                </c:pt>
                <c:pt idx="673">
                  <c:v>-0.164651</c:v>
                </c:pt>
                <c:pt idx="674">
                  <c:v>0.580624</c:v>
                </c:pt>
                <c:pt idx="675">
                  <c:v>0.422464</c:v>
                </c:pt>
                <c:pt idx="676">
                  <c:v>-0.120214</c:v>
                </c:pt>
                <c:pt idx="677">
                  <c:v>-0.949412</c:v>
                </c:pt>
                <c:pt idx="678">
                  <c:v>-0.110653</c:v>
                </c:pt>
                <c:pt idx="679">
                  <c:v>-0.007678</c:v>
                </c:pt>
                <c:pt idx="680">
                  <c:v>-0.151441</c:v>
                </c:pt>
                <c:pt idx="681">
                  <c:v>0.024327</c:v>
                </c:pt>
                <c:pt idx="682">
                  <c:v>-0.968619</c:v>
                </c:pt>
                <c:pt idx="683">
                  <c:v>0.07684</c:v>
                </c:pt>
                <c:pt idx="684">
                  <c:v>-0.634203</c:v>
                </c:pt>
                <c:pt idx="685">
                  <c:v>-0.659504</c:v>
                </c:pt>
                <c:pt idx="686">
                  <c:v>-0.314744</c:v>
                </c:pt>
                <c:pt idx="687">
                  <c:v>-0.195478</c:v>
                </c:pt>
                <c:pt idx="688">
                  <c:v>0.118403</c:v>
                </c:pt>
                <c:pt idx="689">
                  <c:v>0.443071</c:v>
                </c:pt>
                <c:pt idx="690">
                  <c:v>-0.82347</c:v>
                </c:pt>
                <c:pt idx="691">
                  <c:v>0.411946</c:v>
                </c:pt>
                <c:pt idx="692">
                  <c:v>0.032143</c:v>
                </c:pt>
                <c:pt idx="693">
                  <c:v>-0.884269</c:v>
                </c:pt>
                <c:pt idx="694">
                  <c:v>0.460375</c:v>
                </c:pt>
                <c:pt idx="695">
                  <c:v>0.608907</c:v>
                </c:pt>
                <c:pt idx="696">
                  <c:v>0.13736</c:v>
                </c:pt>
                <c:pt idx="697">
                  <c:v>-1.108458</c:v>
                </c:pt>
                <c:pt idx="698">
                  <c:v>-0.785471</c:v>
                </c:pt>
                <c:pt idx="699">
                  <c:v>-0.613771</c:v>
                </c:pt>
                <c:pt idx="700">
                  <c:v>-0.429852</c:v>
                </c:pt>
                <c:pt idx="701">
                  <c:v>0.148927</c:v>
                </c:pt>
                <c:pt idx="702">
                  <c:v>-1.025347</c:v>
                </c:pt>
                <c:pt idx="703">
                  <c:v>0.550518</c:v>
                </c:pt>
                <c:pt idx="704">
                  <c:v>0.179048</c:v>
                </c:pt>
                <c:pt idx="705">
                  <c:v>0.461883</c:v>
                </c:pt>
                <c:pt idx="706">
                  <c:v>0.334036</c:v>
                </c:pt>
                <c:pt idx="707">
                  <c:v>0.106851</c:v>
                </c:pt>
                <c:pt idx="708">
                  <c:v>1.322213</c:v>
                </c:pt>
                <c:pt idx="709">
                  <c:v>-0.230848</c:v>
                </c:pt>
                <c:pt idx="710">
                  <c:v>1.363404</c:v>
                </c:pt>
                <c:pt idx="711">
                  <c:v>0.083797</c:v>
                </c:pt>
                <c:pt idx="712">
                  <c:v>0.517834</c:v>
                </c:pt>
                <c:pt idx="713">
                  <c:v>-1.114032</c:v>
                </c:pt>
                <c:pt idx="714">
                  <c:v>0.395195</c:v>
                </c:pt>
                <c:pt idx="715">
                  <c:v>0.055811</c:v>
                </c:pt>
                <c:pt idx="716">
                  <c:v>-0.677208</c:v>
                </c:pt>
                <c:pt idx="717">
                  <c:v>-0.423225</c:v>
                </c:pt>
                <c:pt idx="718">
                  <c:v>-0.10176</c:v>
                </c:pt>
                <c:pt idx="719">
                  <c:v>-0.113523</c:v>
                </c:pt>
                <c:pt idx="720">
                  <c:v>-0.409041</c:v>
                </c:pt>
                <c:pt idx="721">
                  <c:v>-0.074482</c:v>
                </c:pt>
                <c:pt idx="722">
                  <c:v>-1.093882</c:v>
                </c:pt>
                <c:pt idx="723">
                  <c:v>-0.119241</c:v>
                </c:pt>
                <c:pt idx="724">
                  <c:v>-0.355741</c:v>
                </c:pt>
                <c:pt idx="725">
                  <c:v>0.001543</c:v>
                </c:pt>
                <c:pt idx="726">
                  <c:v>0.142065</c:v>
                </c:pt>
                <c:pt idx="727">
                  <c:v>0.057942</c:v>
                </c:pt>
                <c:pt idx="728">
                  <c:v>-0.259628</c:v>
                </c:pt>
                <c:pt idx="729">
                  <c:v>0.504224</c:v>
                </c:pt>
                <c:pt idx="730">
                  <c:v>-0.264341</c:v>
                </c:pt>
                <c:pt idx="731">
                  <c:v>0.152553</c:v>
                </c:pt>
                <c:pt idx="732">
                  <c:v>0.001778</c:v>
                </c:pt>
                <c:pt idx="733">
                  <c:v>0.401295</c:v>
                </c:pt>
                <c:pt idx="734">
                  <c:v>0.252265</c:v>
                </c:pt>
                <c:pt idx="735">
                  <c:v>0.16936</c:v>
                </c:pt>
                <c:pt idx="736">
                  <c:v>-0.099896</c:v>
                </c:pt>
                <c:pt idx="737">
                  <c:v>-0.100571</c:v>
                </c:pt>
                <c:pt idx="738">
                  <c:v>-0.055142</c:v>
                </c:pt>
                <c:pt idx="739">
                  <c:v>-0.44759</c:v>
                </c:pt>
                <c:pt idx="740">
                  <c:v>0.011525</c:v>
                </c:pt>
                <c:pt idx="741">
                  <c:v>-0.100485</c:v>
                </c:pt>
                <c:pt idx="742">
                  <c:v>-0.820226</c:v>
                </c:pt>
                <c:pt idx="743">
                  <c:v>0.012385</c:v>
                </c:pt>
                <c:pt idx="744">
                  <c:v>-0.010061</c:v>
                </c:pt>
                <c:pt idx="745">
                  <c:v>-0.37052</c:v>
                </c:pt>
                <c:pt idx="746">
                  <c:v>-0.23318</c:v>
                </c:pt>
                <c:pt idx="747">
                  <c:v>-0.090961</c:v>
                </c:pt>
                <c:pt idx="748">
                  <c:v>0.167363</c:v>
                </c:pt>
                <c:pt idx="749">
                  <c:v>0.493418</c:v>
                </c:pt>
                <c:pt idx="750">
                  <c:v>-0.705098</c:v>
                </c:pt>
                <c:pt idx="751">
                  <c:v>-1.290771</c:v>
                </c:pt>
                <c:pt idx="752">
                  <c:v>0.234861</c:v>
                </c:pt>
                <c:pt idx="753">
                  <c:v>-0.319642</c:v>
                </c:pt>
                <c:pt idx="754">
                  <c:v>-0.172387</c:v>
                </c:pt>
                <c:pt idx="755">
                  <c:v>-0.468222</c:v>
                </c:pt>
                <c:pt idx="756">
                  <c:v>-0.33248</c:v>
                </c:pt>
                <c:pt idx="757">
                  <c:v>-1.379834</c:v>
                </c:pt>
                <c:pt idx="758">
                  <c:v>0.374371</c:v>
                </c:pt>
                <c:pt idx="759">
                  <c:v>0.524865</c:v>
                </c:pt>
                <c:pt idx="760">
                  <c:v>0.834972</c:v>
                </c:pt>
                <c:pt idx="761">
                  <c:v>0.251529</c:v>
                </c:pt>
                <c:pt idx="762">
                  <c:v>-0.34328</c:v>
                </c:pt>
                <c:pt idx="763">
                  <c:v>0.195806</c:v>
                </c:pt>
                <c:pt idx="764">
                  <c:v>-0.256383</c:v>
                </c:pt>
                <c:pt idx="765">
                  <c:v>-0.554069</c:v>
                </c:pt>
                <c:pt idx="766">
                  <c:v>-0.01775</c:v>
                </c:pt>
                <c:pt idx="767">
                  <c:v>0.24257</c:v>
                </c:pt>
                <c:pt idx="768">
                  <c:v>-0.165498</c:v>
                </c:pt>
                <c:pt idx="769">
                  <c:v>0.316339</c:v>
                </c:pt>
                <c:pt idx="770">
                  <c:v>0.113522</c:v>
                </c:pt>
                <c:pt idx="771">
                  <c:v>-0.321868</c:v>
                </c:pt>
                <c:pt idx="772">
                  <c:v>-0.112355</c:v>
                </c:pt>
                <c:pt idx="773">
                  <c:v>-0.262826</c:v>
                </c:pt>
                <c:pt idx="774">
                  <c:v>0.259066</c:v>
                </c:pt>
                <c:pt idx="775">
                  <c:v>0.104846</c:v>
                </c:pt>
                <c:pt idx="776">
                  <c:v>0.229033</c:v>
                </c:pt>
                <c:pt idx="777">
                  <c:v>-0.275631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较小规模免费</c:v>
                </c:pt>
              </c:strCache>
            </c:strRef>
          </c:tx>
          <c:spPr>
            <a:ln w="38100" cap="rnd">
              <a:noFill/>
              <a:prstDash val="solid"/>
              <a:round/>
            </a:ln>
          </c:spPr>
          <c:marker>
            <c:symbol val="square"/>
            <c:size val="5"/>
            <c:spPr>
              <a:solidFill>
                <a:srgbClr val="087F83">
                  <a:alpha val="50000"/>
                </a:srgbClr>
              </a:solidFill>
              <a:ln w="5715">
                <a:solidFill>
                  <a:srgbClr val="087F83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'Chart Data'!$C$2:$C$646</c:f>
              <c:numCache>
                <c:formatCode>General</c:formatCode>
                <c:ptCount val="645"/>
                <c:pt idx="0">
                  <c:v>-1.070212</c:v>
                </c:pt>
                <c:pt idx="1">
                  <c:v>-0.599519</c:v>
                </c:pt>
                <c:pt idx="2">
                  <c:v>-0.611033</c:v>
                </c:pt>
                <c:pt idx="3">
                  <c:v>-0.328037</c:v>
                </c:pt>
                <c:pt idx="4">
                  <c:v>-0.403123</c:v>
                </c:pt>
                <c:pt idx="5">
                  <c:v>-0.096306</c:v>
                </c:pt>
                <c:pt idx="6">
                  <c:v>-0.210888</c:v>
                </c:pt>
                <c:pt idx="7">
                  <c:v>-1.095225</c:v>
                </c:pt>
                <c:pt idx="8">
                  <c:v>-1.327411</c:v>
                </c:pt>
                <c:pt idx="9">
                  <c:v>-0.791691</c:v>
                </c:pt>
                <c:pt idx="10">
                  <c:v>-0.770203</c:v>
                </c:pt>
                <c:pt idx="11">
                  <c:v>-0.637845</c:v>
                </c:pt>
                <c:pt idx="12">
                  <c:v>-0.670406</c:v>
                </c:pt>
                <c:pt idx="13">
                  <c:v>-0.498134</c:v>
                </c:pt>
                <c:pt idx="14">
                  <c:v>-0.400147</c:v>
                </c:pt>
                <c:pt idx="15">
                  <c:v>-0.503809</c:v>
                </c:pt>
                <c:pt idx="16">
                  <c:v>-1.199048</c:v>
                </c:pt>
                <c:pt idx="17">
                  <c:v>-1.489993</c:v>
                </c:pt>
                <c:pt idx="18">
                  <c:v>-1.394753</c:v>
                </c:pt>
                <c:pt idx="19">
                  <c:v>-1.681681</c:v>
                </c:pt>
                <c:pt idx="20">
                  <c:v>-0.433231</c:v>
                </c:pt>
                <c:pt idx="21">
                  <c:v>-0.599034</c:v>
                </c:pt>
                <c:pt idx="22">
                  <c:v>-0.417377</c:v>
                </c:pt>
                <c:pt idx="23">
                  <c:v>-1.229695</c:v>
                </c:pt>
                <c:pt idx="24">
                  <c:v>-0.519793</c:v>
                </c:pt>
                <c:pt idx="25">
                  <c:v>-1.124807</c:v>
                </c:pt>
                <c:pt idx="26">
                  <c:v>-2.500457</c:v>
                </c:pt>
                <c:pt idx="27">
                  <c:v>-1.991357</c:v>
                </c:pt>
                <c:pt idx="28">
                  <c:v>-1.335198</c:v>
                </c:pt>
                <c:pt idx="29">
                  <c:v>-0.948744</c:v>
                </c:pt>
                <c:pt idx="30">
                  <c:v>-0.94364</c:v>
                </c:pt>
                <c:pt idx="31">
                  <c:v>-0.325467</c:v>
                </c:pt>
                <c:pt idx="32">
                  <c:v>-0.346509</c:v>
                </c:pt>
                <c:pt idx="33">
                  <c:v>-0.296311</c:v>
                </c:pt>
                <c:pt idx="34">
                  <c:v>-0.611627</c:v>
                </c:pt>
                <c:pt idx="35">
                  <c:v>-0.41449</c:v>
                </c:pt>
                <c:pt idx="36">
                  <c:v>-0.287596</c:v>
                </c:pt>
                <c:pt idx="37">
                  <c:v>-0.075597</c:v>
                </c:pt>
                <c:pt idx="38">
                  <c:v>-0.507985</c:v>
                </c:pt>
                <c:pt idx="39">
                  <c:v>-0.176552</c:v>
                </c:pt>
                <c:pt idx="40">
                  <c:v>-1.53664</c:v>
                </c:pt>
                <c:pt idx="41">
                  <c:v>-0.358516</c:v>
                </c:pt>
                <c:pt idx="42">
                  <c:v>-0.097698</c:v>
                </c:pt>
                <c:pt idx="43">
                  <c:v>-0.594356</c:v>
                </c:pt>
                <c:pt idx="44">
                  <c:v>-1.119852</c:v>
                </c:pt>
                <c:pt idx="45">
                  <c:v>-0.221039</c:v>
                </c:pt>
                <c:pt idx="46">
                  <c:v>-0.164582</c:v>
                </c:pt>
                <c:pt idx="47">
                  <c:v>-0.177188</c:v>
                </c:pt>
                <c:pt idx="48">
                  <c:v>-0.365925</c:v>
                </c:pt>
                <c:pt idx="49">
                  <c:v>-0.453626</c:v>
                </c:pt>
                <c:pt idx="50">
                  <c:v>-0.467755</c:v>
                </c:pt>
                <c:pt idx="51">
                  <c:v>-0.090145</c:v>
                </c:pt>
                <c:pt idx="52">
                  <c:v>-0.523275</c:v>
                </c:pt>
                <c:pt idx="53">
                  <c:v>-0.783824</c:v>
                </c:pt>
                <c:pt idx="54">
                  <c:v>-0.799333</c:v>
                </c:pt>
                <c:pt idx="55">
                  <c:v>-0.384605</c:v>
                </c:pt>
                <c:pt idx="56">
                  <c:v>-0.053197</c:v>
                </c:pt>
                <c:pt idx="57">
                  <c:v>-0.340908</c:v>
                </c:pt>
                <c:pt idx="58">
                  <c:v>-0.297799</c:v>
                </c:pt>
                <c:pt idx="59">
                  <c:v>-0.43073</c:v>
                </c:pt>
                <c:pt idx="60">
                  <c:v>-0.15898</c:v>
                </c:pt>
                <c:pt idx="61">
                  <c:v>-0.761549</c:v>
                </c:pt>
                <c:pt idx="62">
                  <c:v>-0.321371</c:v>
                </c:pt>
                <c:pt idx="63">
                  <c:v>-1.54159</c:v>
                </c:pt>
                <c:pt idx="64">
                  <c:v>-1.349072</c:v>
                </c:pt>
                <c:pt idx="65">
                  <c:v>-0.472078</c:v>
                </c:pt>
                <c:pt idx="66">
                  <c:v>-1.473404</c:v>
                </c:pt>
                <c:pt idx="67">
                  <c:v>-1.19687</c:v>
                </c:pt>
                <c:pt idx="68">
                  <c:v>-1.794282</c:v>
                </c:pt>
                <c:pt idx="69">
                  <c:v>-2.163764</c:v>
                </c:pt>
                <c:pt idx="70">
                  <c:v>-2.314729</c:v>
                </c:pt>
                <c:pt idx="71">
                  <c:v>-2.786128</c:v>
                </c:pt>
                <c:pt idx="72">
                  <c:v>-2.267849</c:v>
                </c:pt>
                <c:pt idx="73">
                  <c:v>-2.336566</c:v>
                </c:pt>
                <c:pt idx="74">
                  <c:v>-2.274479</c:v>
                </c:pt>
                <c:pt idx="75">
                  <c:v>-3.062463</c:v>
                </c:pt>
                <c:pt idx="76">
                  <c:v>-3.001161</c:v>
                </c:pt>
                <c:pt idx="77">
                  <c:v>-3.401596</c:v>
                </c:pt>
                <c:pt idx="78">
                  <c:v>-1.012561</c:v>
                </c:pt>
                <c:pt idx="79">
                  <c:v>-1.67485</c:v>
                </c:pt>
                <c:pt idx="80">
                  <c:v>-0.118739</c:v>
                </c:pt>
                <c:pt idx="81">
                  <c:v>-0.246617</c:v>
                </c:pt>
                <c:pt idx="82">
                  <c:v>-0.137867</c:v>
                </c:pt>
                <c:pt idx="83">
                  <c:v>-0.412232</c:v>
                </c:pt>
                <c:pt idx="84">
                  <c:v>-0.377944</c:v>
                </c:pt>
                <c:pt idx="85">
                  <c:v>-0.708344</c:v>
                </c:pt>
                <c:pt idx="86">
                  <c:v>-1.825669</c:v>
                </c:pt>
                <c:pt idx="87">
                  <c:v>-0.32661</c:v>
                </c:pt>
                <c:pt idx="88">
                  <c:v>-0.63562</c:v>
                </c:pt>
                <c:pt idx="89">
                  <c:v>-1.320297</c:v>
                </c:pt>
                <c:pt idx="90">
                  <c:v>-0.13046</c:v>
                </c:pt>
                <c:pt idx="91">
                  <c:v>-0.230292</c:v>
                </c:pt>
                <c:pt idx="92">
                  <c:v>-0.336182</c:v>
                </c:pt>
                <c:pt idx="93">
                  <c:v>-0.161499</c:v>
                </c:pt>
                <c:pt idx="94">
                  <c:v>-0.361646</c:v>
                </c:pt>
                <c:pt idx="95">
                  <c:v>-0.346802</c:v>
                </c:pt>
                <c:pt idx="96">
                  <c:v>-1.032456</c:v>
                </c:pt>
                <c:pt idx="97">
                  <c:v>-1.327642</c:v>
                </c:pt>
                <c:pt idx="98">
                  <c:v>-1.984497</c:v>
                </c:pt>
                <c:pt idx="99">
                  <c:v>-1.566602</c:v>
                </c:pt>
                <c:pt idx="100">
                  <c:v>-0.550277</c:v>
                </c:pt>
                <c:pt idx="101">
                  <c:v>-1.135063</c:v>
                </c:pt>
                <c:pt idx="102">
                  <c:v>-0.778726</c:v>
                </c:pt>
                <c:pt idx="103">
                  <c:v>-0.592263</c:v>
                </c:pt>
                <c:pt idx="104">
                  <c:v>-1.871107</c:v>
                </c:pt>
                <c:pt idx="105">
                  <c:v>-0.376084</c:v>
                </c:pt>
                <c:pt idx="106">
                  <c:v>-2.23022</c:v>
                </c:pt>
                <c:pt idx="107">
                  <c:v>-1.543446</c:v>
                </c:pt>
                <c:pt idx="108">
                  <c:v>-1.413581</c:v>
                </c:pt>
                <c:pt idx="109">
                  <c:v>-1.457437</c:v>
                </c:pt>
                <c:pt idx="110">
                  <c:v>-0.783616</c:v>
                </c:pt>
                <c:pt idx="111">
                  <c:v>-1.052451</c:v>
                </c:pt>
                <c:pt idx="112">
                  <c:v>-1.100528</c:v>
                </c:pt>
                <c:pt idx="113">
                  <c:v>-1.144256</c:v>
                </c:pt>
                <c:pt idx="114">
                  <c:v>-2.334498</c:v>
                </c:pt>
                <c:pt idx="115">
                  <c:v>-0.601752</c:v>
                </c:pt>
                <c:pt idx="116">
                  <c:v>-1.394447</c:v>
                </c:pt>
                <c:pt idx="117">
                  <c:v>-0.363257</c:v>
                </c:pt>
                <c:pt idx="118">
                  <c:v>-1.296516</c:v>
                </c:pt>
                <c:pt idx="119">
                  <c:v>-0.246977</c:v>
                </c:pt>
                <c:pt idx="120">
                  <c:v>-1.294156</c:v>
                </c:pt>
                <c:pt idx="121">
                  <c:v>-0.882237</c:v>
                </c:pt>
                <c:pt idx="122">
                  <c:v>-1.210909</c:v>
                </c:pt>
                <c:pt idx="123">
                  <c:v>-0.98071</c:v>
                </c:pt>
                <c:pt idx="124">
                  <c:v>-0.13418</c:v>
                </c:pt>
                <c:pt idx="125">
                  <c:v>-0.910491</c:v>
                </c:pt>
                <c:pt idx="126">
                  <c:v>-0.416279</c:v>
                </c:pt>
                <c:pt idx="127">
                  <c:v>-0.644563</c:v>
                </c:pt>
                <c:pt idx="128">
                  <c:v>-1.07821</c:v>
                </c:pt>
                <c:pt idx="129">
                  <c:v>-1.314566</c:v>
                </c:pt>
                <c:pt idx="130">
                  <c:v>-0.258195</c:v>
                </c:pt>
                <c:pt idx="131">
                  <c:v>-1.937401</c:v>
                </c:pt>
                <c:pt idx="132">
                  <c:v>-0.464099</c:v>
                </c:pt>
                <c:pt idx="133">
                  <c:v>-1.90168</c:v>
                </c:pt>
                <c:pt idx="134">
                  <c:v>-0.661086</c:v>
                </c:pt>
                <c:pt idx="135">
                  <c:v>-1.079016</c:v>
                </c:pt>
                <c:pt idx="136">
                  <c:v>-1.663643</c:v>
                </c:pt>
                <c:pt idx="137">
                  <c:v>-2.115613</c:v>
                </c:pt>
                <c:pt idx="138">
                  <c:v>-0.488332</c:v>
                </c:pt>
                <c:pt idx="139">
                  <c:v>-2.309869</c:v>
                </c:pt>
                <c:pt idx="140">
                  <c:v>-0.150876</c:v>
                </c:pt>
                <c:pt idx="141">
                  <c:v>-1.59186</c:v>
                </c:pt>
                <c:pt idx="142">
                  <c:v>-0.294805</c:v>
                </c:pt>
                <c:pt idx="143">
                  <c:v>-1.259208</c:v>
                </c:pt>
                <c:pt idx="144">
                  <c:v>-0.329002</c:v>
                </c:pt>
                <c:pt idx="145">
                  <c:v>-1.917122</c:v>
                </c:pt>
                <c:pt idx="146">
                  <c:v>-1.542761</c:v>
                </c:pt>
                <c:pt idx="147">
                  <c:v>-0.132845</c:v>
                </c:pt>
                <c:pt idx="148">
                  <c:v>-1.86087</c:v>
                </c:pt>
                <c:pt idx="149">
                  <c:v>-0.213556</c:v>
                </c:pt>
                <c:pt idx="150">
                  <c:v>-1.52295</c:v>
                </c:pt>
                <c:pt idx="151">
                  <c:v>-1.76425</c:v>
                </c:pt>
                <c:pt idx="152">
                  <c:v>-0.228768</c:v>
                </c:pt>
                <c:pt idx="153">
                  <c:v>-1.904483</c:v>
                </c:pt>
                <c:pt idx="154">
                  <c:v>-0.852599</c:v>
                </c:pt>
                <c:pt idx="155">
                  <c:v>-0.92637</c:v>
                </c:pt>
                <c:pt idx="156">
                  <c:v>-0.119542</c:v>
                </c:pt>
                <c:pt idx="157">
                  <c:v>-0.493089</c:v>
                </c:pt>
                <c:pt idx="158">
                  <c:v>-0.067322</c:v>
                </c:pt>
                <c:pt idx="159">
                  <c:v>-0.116104</c:v>
                </c:pt>
                <c:pt idx="160">
                  <c:v>-0.927986</c:v>
                </c:pt>
                <c:pt idx="161">
                  <c:v>-2.322011</c:v>
                </c:pt>
                <c:pt idx="162">
                  <c:v>-1.30518</c:v>
                </c:pt>
                <c:pt idx="163">
                  <c:v>-2.396903</c:v>
                </c:pt>
                <c:pt idx="164">
                  <c:v>-1.371198</c:v>
                </c:pt>
                <c:pt idx="165">
                  <c:v>-0.235378</c:v>
                </c:pt>
                <c:pt idx="166">
                  <c:v>-0.136239</c:v>
                </c:pt>
                <c:pt idx="167">
                  <c:v>-1.589661</c:v>
                </c:pt>
                <c:pt idx="168">
                  <c:v>-0.899157</c:v>
                </c:pt>
                <c:pt idx="169">
                  <c:v>-3.117038</c:v>
                </c:pt>
                <c:pt idx="170">
                  <c:v>-0.206684</c:v>
                </c:pt>
                <c:pt idx="171">
                  <c:v>-1.032965</c:v>
                </c:pt>
                <c:pt idx="172">
                  <c:v>-2.435918</c:v>
                </c:pt>
                <c:pt idx="173">
                  <c:v>-0.559637</c:v>
                </c:pt>
                <c:pt idx="174">
                  <c:v>-2.104162</c:v>
                </c:pt>
                <c:pt idx="175">
                  <c:v>-0.286189</c:v>
                </c:pt>
                <c:pt idx="176">
                  <c:v>-3.51025</c:v>
                </c:pt>
                <c:pt idx="177">
                  <c:v>-2.737212</c:v>
                </c:pt>
                <c:pt idx="178">
                  <c:v>-1.038239</c:v>
                </c:pt>
                <c:pt idx="179">
                  <c:v>-0.972047</c:v>
                </c:pt>
                <c:pt idx="180">
                  <c:v>-1.518622</c:v>
                </c:pt>
                <c:pt idx="181">
                  <c:v>-1.690814</c:v>
                </c:pt>
                <c:pt idx="182">
                  <c:v>-2.187912</c:v>
                </c:pt>
                <c:pt idx="183">
                  <c:v>-2.343389</c:v>
                </c:pt>
                <c:pt idx="184">
                  <c:v>-2.215285</c:v>
                </c:pt>
                <c:pt idx="185">
                  <c:v>-0.806798</c:v>
                </c:pt>
                <c:pt idx="186">
                  <c:v>-2.356037</c:v>
                </c:pt>
                <c:pt idx="187">
                  <c:v>-1.308666</c:v>
                </c:pt>
                <c:pt idx="188">
                  <c:v>-1.145167</c:v>
                </c:pt>
                <c:pt idx="189">
                  <c:v>-2.695317</c:v>
                </c:pt>
                <c:pt idx="190">
                  <c:v>-1.703541</c:v>
                </c:pt>
                <c:pt idx="191">
                  <c:v>-2.315332</c:v>
                </c:pt>
                <c:pt idx="192">
                  <c:v>-1.162531</c:v>
                </c:pt>
                <c:pt idx="193">
                  <c:v>-0.289557</c:v>
                </c:pt>
                <c:pt idx="194">
                  <c:v>-2.115745</c:v>
                </c:pt>
                <c:pt idx="195">
                  <c:v>-2.139088</c:v>
                </c:pt>
                <c:pt idx="196">
                  <c:v>-1.017708</c:v>
                </c:pt>
                <c:pt idx="197">
                  <c:v>-1.600544</c:v>
                </c:pt>
                <c:pt idx="198">
                  <c:v>-1.512864</c:v>
                </c:pt>
                <c:pt idx="199">
                  <c:v>-2.030036</c:v>
                </c:pt>
                <c:pt idx="200">
                  <c:v>-1.446163</c:v>
                </c:pt>
                <c:pt idx="201">
                  <c:v>-0.807373</c:v>
                </c:pt>
                <c:pt idx="202">
                  <c:v>-0.221504</c:v>
                </c:pt>
                <c:pt idx="203">
                  <c:v>-0.506984</c:v>
                </c:pt>
                <c:pt idx="204">
                  <c:v>-1.760197</c:v>
                </c:pt>
                <c:pt idx="205">
                  <c:v>-0.206117</c:v>
                </c:pt>
                <c:pt idx="206">
                  <c:v>-0.345941</c:v>
                </c:pt>
                <c:pt idx="207">
                  <c:v>-1.593341</c:v>
                </c:pt>
                <c:pt idx="208">
                  <c:v>-0.186115</c:v>
                </c:pt>
                <c:pt idx="209">
                  <c:v>-1.687096</c:v>
                </c:pt>
                <c:pt idx="210">
                  <c:v>-0.703308</c:v>
                </c:pt>
                <c:pt idx="211">
                  <c:v>-0.214975</c:v>
                </c:pt>
                <c:pt idx="212">
                  <c:v>-2.162249</c:v>
                </c:pt>
                <c:pt idx="213">
                  <c:v>-1.210251</c:v>
                </c:pt>
                <c:pt idx="214">
                  <c:v>-1.995146</c:v>
                </c:pt>
                <c:pt idx="215">
                  <c:v>-1.370235</c:v>
                </c:pt>
                <c:pt idx="216">
                  <c:v>-1.193136</c:v>
                </c:pt>
                <c:pt idx="217">
                  <c:v>-0.693945</c:v>
                </c:pt>
                <c:pt idx="218">
                  <c:v>-0.801726</c:v>
                </c:pt>
                <c:pt idx="219">
                  <c:v>-1.109354</c:v>
                </c:pt>
                <c:pt idx="220">
                  <c:v>-0.754026</c:v>
                </c:pt>
                <c:pt idx="221">
                  <c:v>-0.242497</c:v>
                </c:pt>
                <c:pt idx="222">
                  <c:v>-0.795896</c:v>
                </c:pt>
                <c:pt idx="223">
                  <c:v>-1.435572</c:v>
                </c:pt>
                <c:pt idx="224">
                  <c:v>-0.828932</c:v>
                </c:pt>
                <c:pt idx="225">
                  <c:v>-2.107896</c:v>
                </c:pt>
                <c:pt idx="226">
                  <c:v>-0.986979</c:v>
                </c:pt>
                <c:pt idx="227">
                  <c:v>-1.593176</c:v>
                </c:pt>
                <c:pt idx="228">
                  <c:v>-2.377341</c:v>
                </c:pt>
                <c:pt idx="229">
                  <c:v>-1.209041</c:v>
                </c:pt>
                <c:pt idx="230">
                  <c:v>-1.684028</c:v>
                </c:pt>
                <c:pt idx="231">
                  <c:v>-1.713418</c:v>
                </c:pt>
                <c:pt idx="232">
                  <c:v>-1.585644</c:v>
                </c:pt>
                <c:pt idx="233">
                  <c:v>-2.303338</c:v>
                </c:pt>
                <c:pt idx="234">
                  <c:v>-0.912721</c:v>
                </c:pt>
                <c:pt idx="235">
                  <c:v>-0.97276</c:v>
                </c:pt>
                <c:pt idx="236">
                  <c:v>-2.34764</c:v>
                </c:pt>
                <c:pt idx="237">
                  <c:v>-0.330251</c:v>
                </c:pt>
                <c:pt idx="238">
                  <c:v>-2.539993</c:v>
                </c:pt>
                <c:pt idx="239">
                  <c:v>-2.570914</c:v>
                </c:pt>
                <c:pt idx="240">
                  <c:v>-2.096941</c:v>
                </c:pt>
                <c:pt idx="241">
                  <c:v>-1.993493</c:v>
                </c:pt>
                <c:pt idx="242">
                  <c:v>-4.435951</c:v>
                </c:pt>
                <c:pt idx="243">
                  <c:v>-3.027934</c:v>
                </c:pt>
                <c:pt idx="244">
                  <c:v>-3.141021</c:v>
                </c:pt>
                <c:pt idx="245">
                  <c:v>-2.420666</c:v>
                </c:pt>
                <c:pt idx="246">
                  <c:v>-0.968742</c:v>
                </c:pt>
                <c:pt idx="247">
                  <c:v>-2.092966</c:v>
                </c:pt>
                <c:pt idx="248">
                  <c:v>-1.230562</c:v>
                </c:pt>
                <c:pt idx="249">
                  <c:v>-0.233964</c:v>
                </c:pt>
                <c:pt idx="250">
                  <c:v>-2.423516</c:v>
                </c:pt>
                <c:pt idx="251">
                  <c:v>-1.378832</c:v>
                </c:pt>
                <c:pt idx="252">
                  <c:v>-1.336723</c:v>
                </c:pt>
                <c:pt idx="253">
                  <c:v>-0.30227</c:v>
                </c:pt>
                <c:pt idx="254">
                  <c:v>-0.706393</c:v>
                </c:pt>
                <c:pt idx="255">
                  <c:v>-2.470284</c:v>
                </c:pt>
                <c:pt idx="256">
                  <c:v>-0.226553</c:v>
                </c:pt>
                <c:pt idx="257">
                  <c:v>-1.621415</c:v>
                </c:pt>
                <c:pt idx="258">
                  <c:v>-2.479429</c:v>
                </c:pt>
                <c:pt idx="259">
                  <c:v>-2.266415</c:v>
                </c:pt>
                <c:pt idx="260">
                  <c:v>-1.759064</c:v>
                </c:pt>
                <c:pt idx="261">
                  <c:v>-2.123322</c:v>
                </c:pt>
                <c:pt idx="262">
                  <c:v>-2.491749</c:v>
                </c:pt>
                <c:pt idx="263">
                  <c:v>-2.65532</c:v>
                </c:pt>
                <c:pt idx="264">
                  <c:v>-1.566082</c:v>
                </c:pt>
                <c:pt idx="265">
                  <c:v>-0.953932</c:v>
                </c:pt>
                <c:pt idx="266">
                  <c:v>-1.958259</c:v>
                </c:pt>
                <c:pt idx="267">
                  <c:v>-0.114493</c:v>
                </c:pt>
                <c:pt idx="268">
                  <c:v>-2.685099</c:v>
                </c:pt>
                <c:pt idx="269">
                  <c:v>-1.789209</c:v>
                </c:pt>
                <c:pt idx="270">
                  <c:v>-0.717646</c:v>
                </c:pt>
                <c:pt idx="271">
                  <c:v>-0.51297</c:v>
                </c:pt>
                <c:pt idx="272">
                  <c:v>-1.219038</c:v>
                </c:pt>
                <c:pt idx="273">
                  <c:v>-0.619134</c:v>
                </c:pt>
                <c:pt idx="274">
                  <c:v>-0.87474</c:v>
                </c:pt>
                <c:pt idx="275">
                  <c:v>-1.184258</c:v>
                </c:pt>
                <c:pt idx="276">
                  <c:v>-2.426838</c:v>
                </c:pt>
                <c:pt idx="277">
                  <c:v>-1.541864</c:v>
                </c:pt>
                <c:pt idx="278">
                  <c:v>-2.342567</c:v>
                </c:pt>
                <c:pt idx="279">
                  <c:v>-1.864906</c:v>
                </c:pt>
                <c:pt idx="280">
                  <c:v>-1.278308</c:v>
                </c:pt>
                <c:pt idx="281">
                  <c:v>-1.410824</c:v>
                </c:pt>
                <c:pt idx="282">
                  <c:v>-1.927862</c:v>
                </c:pt>
                <c:pt idx="283">
                  <c:v>-1.683618</c:v>
                </c:pt>
                <c:pt idx="284">
                  <c:v>-0.807064</c:v>
                </c:pt>
                <c:pt idx="285">
                  <c:v>-2.421824</c:v>
                </c:pt>
                <c:pt idx="286">
                  <c:v>-0.354306</c:v>
                </c:pt>
                <c:pt idx="287">
                  <c:v>-0.903435</c:v>
                </c:pt>
                <c:pt idx="288">
                  <c:v>-1.616346</c:v>
                </c:pt>
                <c:pt idx="289">
                  <c:v>-1.327346</c:v>
                </c:pt>
                <c:pt idx="290">
                  <c:v>-1.765144</c:v>
                </c:pt>
                <c:pt idx="291">
                  <c:v>-3.085528</c:v>
                </c:pt>
                <c:pt idx="292">
                  <c:v>-1.575661</c:v>
                </c:pt>
                <c:pt idx="293">
                  <c:v>-0.992599</c:v>
                </c:pt>
                <c:pt idx="294">
                  <c:v>-1.88201</c:v>
                </c:pt>
                <c:pt idx="295">
                  <c:v>-3.211266</c:v>
                </c:pt>
                <c:pt idx="296">
                  <c:v>-3.265634</c:v>
                </c:pt>
                <c:pt idx="297">
                  <c:v>-1.765838</c:v>
                </c:pt>
                <c:pt idx="298">
                  <c:v>-1.671674</c:v>
                </c:pt>
                <c:pt idx="299">
                  <c:v>-1.192844</c:v>
                </c:pt>
                <c:pt idx="300">
                  <c:v>-1.662958</c:v>
                </c:pt>
                <c:pt idx="301">
                  <c:v>-1.88173</c:v>
                </c:pt>
                <c:pt idx="302">
                  <c:v>-0.655539</c:v>
                </c:pt>
                <c:pt idx="303">
                  <c:v>-2.338906</c:v>
                </c:pt>
                <c:pt idx="304">
                  <c:v>-1.01858</c:v>
                </c:pt>
                <c:pt idx="305">
                  <c:v>-1.892654</c:v>
                </c:pt>
                <c:pt idx="306">
                  <c:v>-1.783426</c:v>
                </c:pt>
                <c:pt idx="307">
                  <c:v>-0.625762</c:v>
                </c:pt>
                <c:pt idx="308">
                  <c:v>-2.517993</c:v>
                </c:pt>
                <c:pt idx="309">
                  <c:v>-2.241535</c:v>
                </c:pt>
                <c:pt idx="310">
                  <c:v>-2.377202</c:v>
                </c:pt>
                <c:pt idx="311">
                  <c:v>-0.971521</c:v>
                </c:pt>
                <c:pt idx="312">
                  <c:v>-0.739609</c:v>
                </c:pt>
                <c:pt idx="313">
                  <c:v>-1.052868</c:v>
                </c:pt>
                <c:pt idx="314">
                  <c:v>-3.089908</c:v>
                </c:pt>
                <c:pt idx="315">
                  <c:v>-2.630266</c:v>
                </c:pt>
                <c:pt idx="316">
                  <c:v>-1.20901</c:v>
                </c:pt>
                <c:pt idx="317">
                  <c:v>-1.171031</c:v>
                </c:pt>
                <c:pt idx="318">
                  <c:v>-1.574142</c:v>
                </c:pt>
                <c:pt idx="319">
                  <c:v>-2.486448</c:v>
                </c:pt>
                <c:pt idx="320">
                  <c:v>-1.190689</c:v>
                </c:pt>
                <c:pt idx="321">
                  <c:v>-1.436659</c:v>
                </c:pt>
                <c:pt idx="322">
                  <c:v>-2.779195</c:v>
                </c:pt>
                <c:pt idx="323">
                  <c:v>-0.477888</c:v>
                </c:pt>
                <c:pt idx="324">
                  <c:v>-0.225177</c:v>
                </c:pt>
                <c:pt idx="325">
                  <c:v>-0.095079</c:v>
                </c:pt>
                <c:pt idx="326">
                  <c:v>-0.57337</c:v>
                </c:pt>
                <c:pt idx="327">
                  <c:v>-0.24518</c:v>
                </c:pt>
                <c:pt idx="328">
                  <c:v>-0.386404</c:v>
                </c:pt>
                <c:pt idx="329">
                  <c:v>-1.652615</c:v>
                </c:pt>
                <c:pt idx="330">
                  <c:v>-0.823676</c:v>
                </c:pt>
                <c:pt idx="331">
                  <c:v>-1.658937</c:v>
                </c:pt>
                <c:pt idx="332">
                  <c:v>-1.906767</c:v>
                </c:pt>
                <c:pt idx="333">
                  <c:v>-1.724686</c:v>
                </c:pt>
                <c:pt idx="334">
                  <c:v>-2.060328</c:v>
                </c:pt>
                <c:pt idx="335">
                  <c:v>-0.968582</c:v>
                </c:pt>
                <c:pt idx="336">
                  <c:v>-2.180399</c:v>
                </c:pt>
                <c:pt idx="337">
                  <c:v>-0.459831</c:v>
                </c:pt>
                <c:pt idx="338">
                  <c:v>-1.919761</c:v>
                </c:pt>
                <c:pt idx="339">
                  <c:v>-2.155465</c:v>
                </c:pt>
                <c:pt idx="340">
                  <c:v>-1.824097</c:v>
                </c:pt>
                <c:pt idx="341">
                  <c:v>-3.271583</c:v>
                </c:pt>
                <c:pt idx="342">
                  <c:v>-3.13212</c:v>
                </c:pt>
                <c:pt idx="343">
                  <c:v>-1.815844</c:v>
                </c:pt>
                <c:pt idx="344">
                  <c:v>-1.276793</c:v>
                </c:pt>
                <c:pt idx="345">
                  <c:v>-2.228181</c:v>
                </c:pt>
                <c:pt idx="346">
                  <c:v>-2.084431</c:v>
                </c:pt>
                <c:pt idx="347">
                  <c:v>-1.55341</c:v>
                </c:pt>
                <c:pt idx="348">
                  <c:v>-1.47141</c:v>
                </c:pt>
                <c:pt idx="349">
                  <c:v>-1.9841</c:v>
                </c:pt>
                <c:pt idx="350">
                  <c:v>-1.079486</c:v>
                </c:pt>
                <c:pt idx="351">
                  <c:v>-0.852361</c:v>
                </c:pt>
                <c:pt idx="352">
                  <c:v>-2.75464</c:v>
                </c:pt>
                <c:pt idx="353">
                  <c:v>-3.733698</c:v>
                </c:pt>
                <c:pt idx="354">
                  <c:v>-1.938915</c:v>
                </c:pt>
                <c:pt idx="355">
                  <c:v>-2.661501</c:v>
                </c:pt>
                <c:pt idx="356">
                  <c:v>-2.416677</c:v>
                </c:pt>
                <c:pt idx="357">
                  <c:v>-0.992022</c:v>
                </c:pt>
                <c:pt idx="358">
                  <c:v>-0.242565</c:v>
                </c:pt>
                <c:pt idx="359">
                  <c:v>-2.576532</c:v>
                </c:pt>
                <c:pt idx="360">
                  <c:v>-2.271775</c:v>
                </c:pt>
                <c:pt idx="361">
                  <c:v>-0.240249</c:v>
                </c:pt>
                <c:pt idx="362">
                  <c:v>-2.372837</c:v>
                </c:pt>
                <c:pt idx="363">
                  <c:v>-1.727168</c:v>
                </c:pt>
                <c:pt idx="364">
                  <c:v>-0.88196</c:v>
                </c:pt>
                <c:pt idx="365">
                  <c:v>-1.979511</c:v>
                </c:pt>
                <c:pt idx="366">
                  <c:v>-0.21952</c:v>
                </c:pt>
                <c:pt idx="367">
                  <c:v>-2.861372</c:v>
                </c:pt>
                <c:pt idx="368">
                  <c:v>-0.619313</c:v>
                </c:pt>
                <c:pt idx="369">
                  <c:v>-0.42836</c:v>
                </c:pt>
                <c:pt idx="370">
                  <c:v>-0.631928</c:v>
                </c:pt>
                <c:pt idx="371">
                  <c:v>-0.322284</c:v>
                </c:pt>
                <c:pt idx="372">
                  <c:v>-2.02077</c:v>
                </c:pt>
                <c:pt idx="373">
                  <c:v>-0.786442</c:v>
                </c:pt>
                <c:pt idx="374">
                  <c:v>-1.104646</c:v>
                </c:pt>
                <c:pt idx="375">
                  <c:v>-1.593912</c:v>
                </c:pt>
                <c:pt idx="376">
                  <c:v>-1.945694</c:v>
                </c:pt>
                <c:pt idx="377">
                  <c:v>-1.205133</c:v>
                </c:pt>
                <c:pt idx="378">
                  <c:v>-0.189128</c:v>
                </c:pt>
                <c:pt idx="379">
                  <c:v>-1.468877</c:v>
                </c:pt>
                <c:pt idx="380">
                  <c:v>-1.593272</c:v>
                </c:pt>
                <c:pt idx="381">
                  <c:v>-2.421159</c:v>
                </c:pt>
                <c:pt idx="382">
                  <c:v>-2.102362</c:v>
                </c:pt>
                <c:pt idx="383">
                  <c:v>-2.017546</c:v>
                </c:pt>
                <c:pt idx="384">
                  <c:v>-1.734733</c:v>
                </c:pt>
                <c:pt idx="385">
                  <c:v>-2.585905</c:v>
                </c:pt>
                <c:pt idx="386">
                  <c:v>-0.062714</c:v>
                </c:pt>
                <c:pt idx="387">
                  <c:v>-0.573148</c:v>
                </c:pt>
                <c:pt idx="388">
                  <c:v>-0.688874</c:v>
                </c:pt>
                <c:pt idx="389">
                  <c:v>-1.545747</c:v>
                </c:pt>
                <c:pt idx="390">
                  <c:v>-0.699395</c:v>
                </c:pt>
                <c:pt idx="391">
                  <c:v>-2.209725</c:v>
                </c:pt>
                <c:pt idx="392">
                  <c:v>-0.839278</c:v>
                </c:pt>
                <c:pt idx="393">
                  <c:v>-1.759727</c:v>
                </c:pt>
                <c:pt idx="394">
                  <c:v>-1.217673</c:v>
                </c:pt>
                <c:pt idx="395">
                  <c:v>-0.609434</c:v>
                </c:pt>
                <c:pt idx="396">
                  <c:v>-1.820728</c:v>
                </c:pt>
                <c:pt idx="397">
                  <c:v>-1.289841</c:v>
                </c:pt>
                <c:pt idx="398">
                  <c:v>-1.542713</c:v>
                </c:pt>
                <c:pt idx="399">
                  <c:v>-0.484779</c:v>
                </c:pt>
                <c:pt idx="400">
                  <c:v>-0.748068</c:v>
                </c:pt>
                <c:pt idx="401">
                  <c:v>-0.981083</c:v>
                </c:pt>
                <c:pt idx="402">
                  <c:v>-1.568536</c:v>
                </c:pt>
                <c:pt idx="403">
                  <c:v>-0.784301</c:v>
                </c:pt>
                <c:pt idx="404">
                  <c:v>-0.8149</c:v>
                </c:pt>
                <c:pt idx="405">
                  <c:v>-1.55647</c:v>
                </c:pt>
                <c:pt idx="406">
                  <c:v>-1.024164</c:v>
                </c:pt>
                <c:pt idx="407">
                  <c:v>-1.498083</c:v>
                </c:pt>
                <c:pt idx="408">
                  <c:v>-1.721546</c:v>
                </c:pt>
                <c:pt idx="409">
                  <c:v>-2.021915</c:v>
                </c:pt>
                <c:pt idx="410">
                  <c:v>-0.920353</c:v>
                </c:pt>
                <c:pt idx="411">
                  <c:v>-1.386378</c:v>
                </c:pt>
                <c:pt idx="412">
                  <c:v>-1.281357</c:v>
                </c:pt>
                <c:pt idx="413">
                  <c:v>-1.324819</c:v>
                </c:pt>
                <c:pt idx="414">
                  <c:v>-1.014599</c:v>
                </c:pt>
                <c:pt idx="415">
                  <c:v>-2.472753</c:v>
                </c:pt>
                <c:pt idx="416">
                  <c:v>-1.735203</c:v>
                </c:pt>
                <c:pt idx="417">
                  <c:v>-1.324779</c:v>
                </c:pt>
                <c:pt idx="418">
                  <c:v>-2.131635</c:v>
                </c:pt>
                <c:pt idx="419">
                  <c:v>-0.605511</c:v>
                </c:pt>
                <c:pt idx="420">
                  <c:v>-1.258354</c:v>
                </c:pt>
                <c:pt idx="421">
                  <c:v>-2.575801</c:v>
                </c:pt>
                <c:pt idx="422">
                  <c:v>-1.197277</c:v>
                </c:pt>
                <c:pt idx="423">
                  <c:v>-1.758547</c:v>
                </c:pt>
                <c:pt idx="424">
                  <c:v>-1.532067</c:v>
                </c:pt>
                <c:pt idx="425">
                  <c:v>-2.418803</c:v>
                </c:pt>
                <c:pt idx="426">
                  <c:v>-0.485989</c:v>
                </c:pt>
                <c:pt idx="427">
                  <c:v>-0.91777</c:v>
                </c:pt>
                <c:pt idx="428">
                  <c:v>-2.86311</c:v>
                </c:pt>
                <c:pt idx="429">
                  <c:v>-0.93191</c:v>
                </c:pt>
                <c:pt idx="430">
                  <c:v>-1.213162</c:v>
                </c:pt>
                <c:pt idx="431">
                  <c:v>-1.874238</c:v>
                </c:pt>
                <c:pt idx="432">
                  <c:v>-1.128538</c:v>
                </c:pt>
                <c:pt idx="433">
                  <c:v>-1.601179</c:v>
                </c:pt>
                <c:pt idx="434">
                  <c:v>-1.339387</c:v>
                </c:pt>
                <c:pt idx="435">
                  <c:v>-0.390303</c:v>
                </c:pt>
                <c:pt idx="436">
                  <c:v>-0.139173</c:v>
                </c:pt>
                <c:pt idx="437">
                  <c:v>-1.89362</c:v>
                </c:pt>
                <c:pt idx="438">
                  <c:v>-3.46198</c:v>
                </c:pt>
                <c:pt idx="439">
                  <c:v>-1.85267</c:v>
                </c:pt>
                <c:pt idx="440">
                  <c:v>-0.927774</c:v>
                </c:pt>
                <c:pt idx="441">
                  <c:v>-1.522987</c:v>
                </c:pt>
                <c:pt idx="442">
                  <c:v>-1.198255</c:v>
                </c:pt>
                <c:pt idx="443">
                  <c:v>-1.431646</c:v>
                </c:pt>
                <c:pt idx="444">
                  <c:v>-1.665981</c:v>
                </c:pt>
                <c:pt idx="445">
                  <c:v>-2.117954</c:v>
                </c:pt>
                <c:pt idx="446">
                  <c:v>-2.333722</c:v>
                </c:pt>
                <c:pt idx="447">
                  <c:v>-2.611364</c:v>
                </c:pt>
                <c:pt idx="448">
                  <c:v>-0.114672</c:v>
                </c:pt>
                <c:pt idx="449">
                  <c:v>-0.750086</c:v>
                </c:pt>
                <c:pt idx="450">
                  <c:v>-0.860355</c:v>
                </c:pt>
                <c:pt idx="451">
                  <c:v>-1.39516</c:v>
                </c:pt>
                <c:pt idx="452">
                  <c:v>-1.753904</c:v>
                </c:pt>
                <c:pt idx="453">
                  <c:v>-0.365245</c:v>
                </c:pt>
                <c:pt idx="454">
                  <c:v>-1.518951</c:v>
                </c:pt>
                <c:pt idx="455">
                  <c:v>-1.539947</c:v>
                </c:pt>
                <c:pt idx="456">
                  <c:v>-2.25214</c:v>
                </c:pt>
                <c:pt idx="457">
                  <c:v>-0.500522</c:v>
                </c:pt>
                <c:pt idx="458">
                  <c:v>-0.53526</c:v>
                </c:pt>
                <c:pt idx="459">
                  <c:v>-2.330343</c:v>
                </c:pt>
                <c:pt idx="460">
                  <c:v>-0.986985</c:v>
                </c:pt>
                <c:pt idx="461">
                  <c:v>-1.214393</c:v>
                </c:pt>
                <c:pt idx="462">
                  <c:v>-1.632825</c:v>
                </c:pt>
                <c:pt idx="463">
                  <c:v>-0.764304</c:v>
                </c:pt>
                <c:pt idx="464">
                  <c:v>-1.226567</c:v>
                </c:pt>
                <c:pt idx="465">
                  <c:v>-2.175525</c:v>
                </c:pt>
                <c:pt idx="466">
                  <c:v>-2.39263</c:v>
                </c:pt>
                <c:pt idx="467">
                  <c:v>-3.548413</c:v>
                </c:pt>
                <c:pt idx="468">
                  <c:v>-0.16406</c:v>
                </c:pt>
                <c:pt idx="469">
                  <c:v>-0.724167</c:v>
                </c:pt>
                <c:pt idx="470">
                  <c:v>-2.432693</c:v>
                </c:pt>
                <c:pt idx="471">
                  <c:v>-1.733653</c:v>
                </c:pt>
                <c:pt idx="472">
                  <c:v>-1.186277</c:v>
                </c:pt>
                <c:pt idx="473">
                  <c:v>-3.174839</c:v>
                </c:pt>
                <c:pt idx="474">
                  <c:v>-2.308725</c:v>
                </c:pt>
                <c:pt idx="475">
                  <c:v>-3.002383</c:v>
                </c:pt>
                <c:pt idx="476">
                  <c:v>-1.725017</c:v>
                </c:pt>
                <c:pt idx="477">
                  <c:v>-2.267363</c:v>
                </c:pt>
                <c:pt idx="478">
                  <c:v>-1.809577</c:v>
                </c:pt>
                <c:pt idx="479">
                  <c:v>-0.29319</c:v>
                </c:pt>
                <c:pt idx="480">
                  <c:v>-1.176565</c:v>
                </c:pt>
                <c:pt idx="481">
                  <c:v>-0.786147</c:v>
                </c:pt>
                <c:pt idx="482">
                  <c:v>-0.65999</c:v>
                </c:pt>
                <c:pt idx="483">
                  <c:v>-0.717151</c:v>
                </c:pt>
                <c:pt idx="484">
                  <c:v>-1.130292</c:v>
                </c:pt>
                <c:pt idx="485">
                  <c:v>-1.915997</c:v>
                </c:pt>
                <c:pt idx="486">
                  <c:v>-3.069697</c:v>
                </c:pt>
                <c:pt idx="487">
                  <c:v>-2.472165</c:v>
                </c:pt>
                <c:pt idx="488">
                  <c:v>-1.05576</c:v>
                </c:pt>
                <c:pt idx="489">
                  <c:v>-0.404079</c:v>
                </c:pt>
                <c:pt idx="490">
                  <c:v>-0.923159</c:v>
                </c:pt>
                <c:pt idx="491">
                  <c:v>-0.965351</c:v>
                </c:pt>
                <c:pt idx="492">
                  <c:v>-0.892652</c:v>
                </c:pt>
                <c:pt idx="493">
                  <c:v>-1.441179</c:v>
                </c:pt>
                <c:pt idx="494">
                  <c:v>-1.533717</c:v>
                </c:pt>
                <c:pt idx="495">
                  <c:v>-0.809074</c:v>
                </c:pt>
                <c:pt idx="496">
                  <c:v>-1.747267</c:v>
                </c:pt>
                <c:pt idx="497">
                  <c:v>-1.967866</c:v>
                </c:pt>
                <c:pt idx="498">
                  <c:v>-2.419277</c:v>
                </c:pt>
                <c:pt idx="499">
                  <c:v>-1.349124</c:v>
                </c:pt>
                <c:pt idx="500">
                  <c:v>-3.009073</c:v>
                </c:pt>
                <c:pt idx="501">
                  <c:v>-0.402852</c:v>
                </c:pt>
                <c:pt idx="502">
                  <c:v>-1.758073</c:v>
                </c:pt>
                <c:pt idx="503">
                  <c:v>-1.619165</c:v>
                </c:pt>
                <c:pt idx="504">
                  <c:v>-2.210714</c:v>
                </c:pt>
                <c:pt idx="505">
                  <c:v>-2.277402</c:v>
                </c:pt>
                <c:pt idx="506">
                  <c:v>-1.316584</c:v>
                </c:pt>
                <c:pt idx="507">
                  <c:v>-1.193296</c:v>
                </c:pt>
                <c:pt idx="508">
                  <c:v>-0.550175</c:v>
                </c:pt>
                <c:pt idx="509">
                  <c:v>-1.779038</c:v>
                </c:pt>
                <c:pt idx="510">
                  <c:v>-2.220074</c:v>
                </c:pt>
                <c:pt idx="511">
                  <c:v>-2.033992</c:v>
                </c:pt>
                <c:pt idx="512">
                  <c:v>-2.175568</c:v>
                </c:pt>
                <c:pt idx="513">
                  <c:v>-2.352014</c:v>
                </c:pt>
                <c:pt idx="514">
                  <c:v>-1.327348</c:v>
                </c:pt>
                <c:pt idx="515">
                  <c:v>-2.556156</c:v>
                </c:pt>
                <c:pt idx="516">
                  <c:v>-2.521388</c:v>
                </c:pt>
                <c:pt idx="517">
                  <c:v>-1.914926</c:v>
                </c:pt>
                <c:pt idx="518">
                  <c:v>-0.806101</c:v>
                </c:pt>
                <c:pt idx="519">
                  <c:v>-0.166903</c:v>
                </c:pt>
                <c:pt idx="520">
                  <c:v>-1.801452</c:v>
                </c:pt>
                <c:pt idx="521">
                  <c:v>-1.259277</c:v>
                </c:pt>
                <c:pt idx="522">
                  <c:v>-2.407744</c:v>
                </c:pt>
                <c:pt idx="523">
                  <c:v>-2.648632</c:v>
                </c:pt>
                <c:pt idx="524">
                  <c:v>-0.947107</c:v>
                </c:pt>
                <c:pt idx="525">
                  <c:v>-0.27774</c:v>
                </c:pt>
                <c:pt idx="526">
                  <c:v>-0.526832</c:v>
                </c:pt>
                <c:pt idx="527">
                  <c:v>-1.221808</c:v>
                </c:pt>
                <c:pt idx="528">
                  <c:v>-0.885661</c:v>
                </c:pt>
                <c:pt idx="529">
                  <c:v>-0.838696</c:v>
                </c:pt>
                <c:pt idx="530">
                  <c:v>-2.052407</c:v>
                </c:pt>
                <c:pt idx="531">
                  <c:v>-1.619391</c:v>
                </c:pt>
                <c:pt idx="532">
                  <c:v>-2.382569</c:v>
                </c:pt>
                <c:pt idx="533">
                  <c:v>-1.824022</c:v>
                </c:pt>
                <c:pt idx="534">
                  <c:v>-0.303785</c:v>
                </c:pt>
                <c:pt idx="535">
                  <c:v>-1.826515</c:v>
                </c:pt>
                <c:pt idx="536">
                  <c:v>-1.980465</c:v>
                </c:pt>
                <c:pt idx="537">
                  <c:v>-0.601784</c:v>
                </c:pt>
                <c:pt idx="538">
                  <c:v>-0.406206</c:v>
                </c:pt>
                <c:pt idx="539">
                  <c:v>-0.910866</c:v>
                </c:pt>
                <c:pt idx="540">
                  <c:v>-1.616256</c:v>
                </c:pt>
                <c:pt idx="541">
                  <c:v>-1.016437</c:v>
                </c:pt>
                <c:pt idx="542">
                  <c:v>-2.193922</c:v>
                </c:pt>
                <c:pt idx="543">
                  <c:v>-1.725363</c:v>
                </c:pt>
                <c:pt idx="544">
                  <c:v>-2.44641</c:v>
                </c:pt>
                <c:pt idx="545">
                  <c:v>-0.890801</c:v>
                </c:pt>
                <c:pt idx="546">
                  <c:v>-2.530092</c:v>
                </c:pt>
                <c:pt idx="547">
                  <c:v>-0.952385</c:v>
                </c:pt>
                <c:pt idx="548">
                  <c:v>-2.007521</c:v>
                </c:pt>
                <c:pt idx="549">
                  <c:v>-0.544926</c:v>
                </c:pt>
                <c:pt idx="550">
                  <c:v>-1.494644</c:v>
                </c:pt>
                <c:pt idx="551">
                  <c:v>-2.294339</c:v>
                </c:pt>
                <c:pt idx="552">
                  <c:v>-0.932248</c:v>
                </c:pt>
                <c:pt idx="553">
                  <c:v>-2.522465</c:v>
                </c:pt>
                <c:pt idx="554">
                  <c:v>-1.895573</c:v>
                </c:pt>
                <c:pt idx="555">
                  <c:v>-1.78789</c:v>
                </c:pt>
                <c:pt idx="556">
                  <c:v>-1.834694</c:v>
                </c:pt>
                <c:pt idx="557">
                  <c:v>-1.115097</c:v>
                </c:pt>
                <c:pt idx="558">
                  <c:v>-1.698307</c:v>
                </c:pt>
                <c:pt idx="559">
                  <c:v>-2.011696</c:v>
                </c:pt>
                <c:pt idx="560">
                  <c:v>-1.951959</c:v>
                </c:pt>
                <c:pt idx="561">
                  <c:v>-1.806415</c:v>
                </c:pt>
                <c:pt idx="562">
                  <c:v>-1.535482</c:v>
                </c:pt>
                <c:pt idx="563">
                  <c:v>-0.202461</c:v>
                </c:pt>
                <c:pt idx="564">
                  <c:v>-2.374688</c:v>
                </c:pt>
                <c:pt idx="565">
                  <c:v>-1.040603</c:v>
                </c:pt>
                <c:pt idx="566">
                  <c:v>-3.088034</c:v>
                </c:pt>
                <c:pt idx="567">
                  <c:v>-1.428152</c:v>
                </c:pt>
                <c:pt idx="568">
                  <c:v>-0.693776</c:v>
                </c:pt>
                <c:pt idx="569">
                  <c:v>-0.51357</c:v>
                </c:pt>
                <c:pt idx="570">
                  <c:v>-0.960818</c:v>
                </c:pt>
                <c:pt idx="571">
                  <c:v>-0.265642</c:v>
                </c:pt>
                <c:pt idx="572">
                  <c:v>-1.486342</c:v>
                </c:pt>
                <c:pt idx="573">
                  <c:v>-3.149826</c:v>
                </c:pt>
                <c:pt idx="574">
                  <c:v>-0.507702</c:v>
                </c:pt>
                <c:pt idx="575">
                  <c:v>-1.839046</c:v>
                </c:pt>
                <c:pt idx="576">
                  <c:v>-0.733979</c:v>
                </c:pt>
                <c:pt idx="577">
                  <c:v>-0.817026</c:v>
                </c:pt>
                <c:pt idx="578">
                  <c:v>-1.424885</c:v>
                </c:pt>
                <c:pt idx="579">
                  <c:v>-0.513384</c:v>
                </c:pt>
                <c:pt idx="580">
                  <c:v>-2.734972</c:v>
                </c:pt>
                <c:pt idx="581">
                  <c:v>-1.757146</c:v>
                </c:pt>
                <c:pt idx="582">
                  <c:v>-1.203086</c:v>
                </c:pt>
                <c:pt idx="583">
                  <c:v>-2.702725</c:v>
                </c:pt>
                <c:pt idx="584">
                  <c:v>-1.498228</c:v>
                </c:pt>
                <c:pt idx="585">
                  <c:v>-0.149701</c:v>
                </c:pt>
                <c:pt idx="586">
                  <c:v>-0.843337</c:v>
                </c:pt>
                <c:pt idx="587">
                  <c:v>-1.720878</c:v>
                </c:pt>
                <c:pt idx="588">
                  <c:v>-1.156187</c:v>
                </c:pt>
                <c:pt idx="589">
                  <c:v>-1.038679</c:v>
                </c:pt>
                <c:pt idx="590">
                  <c:v>-1.191309</c:v>
                </c:pt>
                <c:pt idx="591">
                  <c:v>-0.737127</c:v>
                </c:pt>
                <c:pt idx="592">
                  <c:v>-0.703067</c:v>
                </c:pt>
                <c:pt idx="593">
                  <c:v>-0.743034</c:v>
                </c:pt>
                <c:pt idx="594">
                  <c:v>-2.567221</c:v>
                </c:pt>
                <c:pt idx="595">
                  <c:v>-0.603049</c:v>
                </c:pt>
                <c:pt idx="596">
                  <c:v>-1.247102</c:v>
                </c:pt>
                <c:pt idx="597">
                  <c:v>-1.57071</c:v>
                </c:pt>
                <c:pt idx="598">
                  <c:v>-0.282549</c:v>
                </c:pt>
                <c:pt idx="599">
                  <c:v>-1.532103</c:v>
                </c:pt>
                <c:pt idx="600">
                  <c:v>-1.497518</c:v>
                </c:pt>
                <c:pt idx="601">
                  <c:v>-1.671166</c:v>
                </c:pt>
                <c:pt idx="602">
                  <c:v>-0.802774</c:v>
                </c:pt>
                <c:pt idx="603">
                  <c:v>-2.982009</c:v>
                </c:pt>
                <c:pt idx="604">
                  <c:v>-1.759492</c:v>
                </c:pt>
                <c:pt idx="605">
                  <c:v>-1.74704</c:v>
                </c:pt>
                <c:pt idx="606">
                  <c:v>-2.112047</c:v>
                </c:pt>
                <c:pt idx="607">
                  <c:v>-1.391322</c:v>
                </c:pt>
                <c:pt idx="608">
                  <c:v>-1.859161</c:v>
                </c:pt>
                <c:pt idx="609">
                  <c:v>-2.150177</c:v>
                </c:pt>
                <c:pt idx="610">
                  <c:v>-0.28942</c:v>
                </c:pt>
                <c:pt idx="611">
                  <c:v>-1.05079</c:v>
                </c:pt>
                <c:pt idx="612">
                  <c:v>-0.158391</c:v>
                </c:pt>
                <c:pt idx="613">
                  <c:v>-1.929145</c:v>
                </c:pt>
                <c:pt idx="614">
                  <c:v>-1.016815</c:v>
                </c:pt>
                <c:pt idx="615">
                  <c:v>-1.445715</c:v>
                </c:pt>
                <c:pt idx="616">
                  <c:v>-3.099639</c:v>
                </c:pt>
                <c:pt idx="617">
                  <c:v>-0.866756</c:v>
                </c:pt>
                <c:pt idx="618">
                  <c:v>-1.149747</c:v>
                </c:pt>
                <c:pt idx="619">
                  <c:v>-1.842845</c:v>
                </c:pt>
                <c:pt idx="620">
                  <c:v>-0.992202</c:v>
                </c:pt>
                <c:pt idx="621">
                  <c:v>-1.225989</c:v>
                </c:pt>
                <c:pt idx="622">
                  <c:v>-1.896664</c:v>
                </c:pt>
                <c:pt idx="623">
                  <c:v>-2.886673</c:v>
                </c:pt>
                <c:pt idx="624">
                  <c:v>-1.669536</c:v>
                </c:pt>
                <c:pt idx="625">
                  <c:v>-1.592691</c:v>
                </c:pt>
                <c:pt idx="626">
                  <c:v>-1.792784</c:v>
                </c:pt>
                <c:pt idx="627">
                  <c:v>-2.403912</c:v>
                </c:pt>
                <c:pt idx="628">
                  <c:v>-1.223566</c:v>
                </c:pt>
                <c:pt idx="629">
                  <c:v>-1.311042</c:v>
                </c:pt>
                <c:pt idx="630">
                  <c:v>-1.991844</c:v>
                </c:pt>
                <c:pt idx="631">
                  <c:v>-0.848349</c:v>
                </c:pt>
                <c:pt idx="632">
                  <c:v>-0.326013</c:v>
                </c:pt>
                <c:pt idx="633">
                  <c:v>-1.751662</c:v>
                </c:pt>
                <c:pt idx="634">
                  <c:v>-2.332874</c:v>
                </c:pt>
                <c:pt idx="635">
                  <c:v>-3.459183</c:v>
                </c:pt>
                <c:pt idx="636">
                  <c:v>-3.245101</c:v>
                </c:pt>
                <c:pt idx="637">
                  <c:v>-1.531232</c:v>
                </c:pt>
                <c:pt idx="638">
                  <c:v>-1.686575</c:v>
                </c:pt>
                <c:pt idx="639">
                  <c:v>-1.87568</c:v>
                </c:pt>
                <c:pt idx="640">
                  <c:v>-2.68923</c:v>
                </c:pt>
                <c:pt idx="641">
                  <c:v>-1.659185</c:v>
                </c:pt>
                <c:pt idx="642">
                  <c:v>-0.913046</c:v>
                </c:pt>
                <c:pt idx="643">
                  <c:v>-0.325721</c:v>
                </c:pt>
                <c:pt idx="644">
                  <c:v>-2.537633</c:v>
                </c:pt>
              </c:numCache>
            </c:numRef>
          </c:xVal>
          <c:yVal>
            <c:numRef>
              <c:f>'Chart Data'!$D$2:$D$646</c:f>
              <c:numCache>
                <c:formatCode>General</c:formatCode>
                <c:ptCount val="645"/>
                <c:pt idx="0">
                  <c:v>-0.100637</c:v>
                </c:pt>
                <c:pt idx="1">
                  <c:v>0.175276</c:v>
                </c:pt>
                <c:pt idx="2">
                  <c:v>0.016746</c:v>
                </c:pt>
                <c:pt idx="3">
                  <c:v>0.017572</c:v>
                </c:pt>
                <c:pt idx="4">
                  <c:v>0.17485</c:v>
                </c:pt>
                <c:pt idx="5">
                  <c:v>-0.901036</c:v>
                </c:pt>
                <c:pt idx="6">
                  <c:v>0.449435</c:v>
                </c:pt>
                <c:pt idx="7">
                  <c:v>-0.049164</c:v>
                </c:pt>
                <c:pt idx="8">
                  <c:v>0.290951</c:v>
                </c:pt>
                <c:pt idx="9">
                  <c:v>0.450782</c:v>
                </c:pt>
                <c:pt idx="10">
                  <c:v>0.353983</c:v>
                </c:pt>
                <c:pt idx="11">
                  <c:v>0.083748</c:v>
                </c:pt>
                <c:pt idx="12">
                  <c:v>0.047213</c:v>
                </c:pt>
                <c:pt idx="13">
                  <c:v>-0.045469</c:v>
                </c:pt>
                <c:pt idx="14">
                  <c:v>0.605368</c:v>
                </c:pt>
                <c:pt idx="15">
                  <c:v>-0.273306</c:v>
                </c:pt>
                <c:pt idx="16">
                  <c:v>0.191204</c:v>
                </c:pt>
                <c:pt idx="17">
                  <c:v>-0.017884</c:v>
                </c:pt>
                <c:pt idx="18">
                  <c:v>-1.041434</c:v>
                </c:pt>
                <c:pt idx="19">
                  <c:v>-0.208972</c:v>
                </c:pt>
                <c:pt idx="20">
                  <c:v>-1.206085</c:v>
                </c:pt>
                <c:pt idx="21">
                  <c:v>-1.249531</c:v>
                </c:pt>
                <c:pt idx="22">
                  <c:v>-0.292324</c:v>
                </c:pt>
                <c:pt idx="23">
                  <c:v>-1.203887</c:v>
                </c:pt>
                <c:pt idx="24">
                  <c:v>-1.012053</c:v>
                </c:pt>
                <c:pt idx="25">
                  <c:v>0.271276</c:v>
                </c:pt>
                <c:pt idx="26">
                  <c:v>0.455837</c:v>
                </c:pt>
                <c:pt idx="27">
                  <c:v>0.55903</c:v>
                </c:pt>
                <c:pt idx="28">
                  <c:v>0.557193</c:v>
                </c:pt>
                <c:pt idx="29">
                  <c:v>0.397735</c:v>
                </c:pt>
                <c:pt idx="30">
                  <c:v>-0.499318</c:v>
                </c:pt>
                <c:pt idx="31">
                  <c:v>-0.256505</c:v>
                </c:pt>
                <c:pt idx="32">
                  <c:v>-0.340778</c:v>
                </c:pt>
                <c:pt idx="33">
                  <c:v>0.218649</c:v>
                </c:pt>
                <c:pt idx="34">
                  <c:v>0.018635</c:v>
                </c:pt>
                <c:pt idx="35">
                  <c:v>-0.934804</c:v>
                </c:pt>
                <c:pt idx="36">
                  <c:v>-0.241048</c:v>
                </c:pt>
                <c:pt idx="37">
                  <c:v>-0.325536</c:v>
                </c:pt>
                <c:pt idx="38">
                  <c:v>0.005977</c:v>
                </c:pt>
                <c:pt idx="39">
                  <c:v>0.204973</c:v>
                </c:pt>
                <c:pt idx="40">
                  <c:v>0.760935</c:v>
                </c:pt>
                <c:pt idx="41">
                  <c:v>-0.200999</c:v>
                </c:pt>
                <c:pt idx="42">
                  <c:v>0.50592</c:v>
                </c:pt>
                <c:pt idx="43">
                  <c:v>0.420901</c:v>
                </c:pt>
                <c:pt idx="44">
                  <c:v>-0.813396</c:v>
                </c:pt>
                <c:pt idx="45">
                  <c:v>-0.615556</c:v>
                </c:pt>
                <c:pt idx="46">
                  <c:v>0.424389</c:v>
                </c:pt>
                <c:pt idx="47">
                  <c:v>-0.178193</c:v>
                </c:pt>
                <c:pt idx="48">
                  <c:v>0.186853</c:v>
                </c:pt>
                <c:pt idx="49">
                  <c:v>0.319949</c:v>
                </c:pt>
                <c:pt idx="50">
                  <c:v>-0.409563</c:v>
                </c:pt>
                <c:pt idx="51">
                  <c:v>-0.845068</c:v>
                </c:pt>
                <c:pt idx="52">
                  <c:v>-0.635639</c:v>
                </c:pt>
                <c:pt idx="53">
                  <c:v>-0.097007</c:v>
                </c:pt>
                <c:pt idx="54">
                  <c:v>-0.48648</c:v>
                </c:pt>
                <c:pt idx="55">
                  <c:v>-0.002569</c:v>
                </c:pt>
                <c:pt idx="56">
                  <c:v>0.560913</c:v>
                </c:pt>
                <c:pt idx="57">
                  <c:v>-1.618135</c:v>
                </c:pt>
                <c:pt idx="58">
                  <c:v>-0.042859</c:v>
                </c:pt>
                <c:pt idx="59">
                  <c:v>0.140996</c:v>
                </c:pt>
                <c:pt idx="60">
                  <c:v>-0.72102</c:v>
                </c:pt>
                <c:pt idx="61">
                  <c:v>-0.731166</c:v>
                </c:pt>
                <c:pt idx="62">
                  <c:v>-1.074348</c:v>
                </c:pt>
                <c:pt idx="63">
                  <c:v>0.302468</c:v>
                </c:pt>
                <c:pt idx="64">
                  <c:v>-0.790207</c:v>
                </c:pt>
                <c:pt idx="65">
                  <c:v>0.074208</c:v>
                </c:pt>
                <c:pt idx="66">
                  <c:v>-0.830507</c:v>
                </c:pt>
                <c:pt idx="67">
                  <c:v>-0.088607</c:v>
                </c:pt>
                <c:pt idx="68">
                  <c:v>-1.668343</c:v>
                </c:pt>
                <c:pt idx="69">
                  <c:v>1.011919</c:v>
                </c:pt>
                <c:pt idx="70">
                  <c:v>1.035395</c:v>
                </c:pt>
                <c:pt idx="71">
                  <c:v>1.123625</c:v>
                </c:pt>
                <c:pt idx="72">
                  <c:v>1.060595</c:v>
                </c:pt>
                <c:pt idx="73">
                  <c:v>1.181695</c:v>
                </c:pt>
                <c:pt idx="74">
                  <c:v>1.238748</c:v>
                </c:pt>
                <c:pt idx="75">
                  <c:v>0.848552</c:v>
                </c:pt>
                <c:pt idx="76">
                  <c:v>0.881504</c:v>
                </c:pt>
                <c:pt idx="77">
                  <c:v>-0.430532</c:v>
                </c:pt>
                <c:pt idx="78">
                  <c:v>0.119379</c:v>
                </c:pt>
                <c:pt idx="79">
                  <c:v>0.364194</c:v>
                </c:pt>
                <c:pt idx="80">
                  <c:v>-0.074399</c:v>
                </c:pt>
                <c:pt idx="81">
                  <c:v>-0.045428</c:v>
                </c:pt>
                <c:pt idx="82">
                  <c:v>0.334275</c:v>
                </c:pt>
                <c:pt idx="83">
                  <c:v>-1.209946</c:v>
                </c:pt>
                <c:pt idx="84">
                  <c:v>-0.061264</c:v>
                </c:pt>
                <c:pt idx="85">
                  <c:v>-0.254202</c:v>
                </c:pt>
                <c:pt idx="86">
                  <c:v>-0.024341</c:v>
                </c:pt>
                <c:pt idx="87">
                  <c:v>-0.189418</c:v>
                </c:pt>
                <c:pt idx="88">
                  <c:v>0.163009</c:v>
                </c:pt>
                <c:pt idx="89">
                  <c:v>-0.331122</c:v>
                </c:pt>
                <c:pt idx="90">
                  <c:v>0.140257</c:v>
                </c:pt>
                <c:pt idx="91">
                  <c:v>-0.05091</c:v>
                </c:pt>
                <c:pt idx="92">
                  <c:v>-0.911376</c:v>
                </c:pt>
                <c:pt idx="93">
                  <c:v>-0.538791</c:v>
                </c:pt>
                <c:pt idx="94">
                  <c:v>-0.366019</c:v>
                </c:pt>
                <c:pt idx="95">
                  <c:v>-0.971521</c:v>
                </c:pt>
                <c:pt idx="96">
                  <c:v>-0.559487</c:v>
                </c:pt>
                <c:pt idx="97">
                  <c:v>-1.687817</c:v>
                </c:pt>
                <c:pt idx="98">
                  <c:v>-1.351011</c:v>
                </c:pt>
                <c:pt idx="99">
                  <c:v>-0.119448</c:v>
                </c:pt>
                <c:pt idx="100">
                  <c:v>0.234711</c:v>
                </c:pt>
                <c:pt idx="101">
                  <c:v>-0.473702</c:v>
                </c:pt>
                <c:pt idx="102">
                  <c:v>-1.00987</c:v>
                </c:pt>
                <c:pt idx="103">
                  <c:v>0.639296</c:v>
                </c:pt>
                <c:pt idx="104">
                  <c:v>0.21775</c:v>
                </c:pt>
                <c:pt idx="105">
                  <c:v>-1.049921</c:v>
                </c:pt>
                <c:pt idx="106">
                  <c:v>1.101512</c:v>
                </c:pt>
                <c:pt idx="107">
                  <c:v>-0.361712</c:v>
                </c:pt>
                <c:pt idx="108">
                  <c:v>-0.067918</c:v>
                </c:pt>
                <c:pt idx="109">
                  <c:v>1.362522</c:v>
                </c:pt>
                <c:pt idx="110">
                  <c:v>-1.498938</c:v>
                </c:pt>
                <c:pt idx="111">
                  <c:v>-0.824166</c:v>
                </c:pt>
                <c:pt idx="112">
                  <c:v>-0.041164</c:v>
                </c:pt>
                <c:pt idx="113">
                  <c:v>-0.409177</c:v>
                </c:pt>
                <c:pt idx="114">
                  <c:v>-1.563514</c:v>
                </c:pt>
                <c:pt idx="115">
                  <c:v>-2.224656</c:v>
                </c:pt>
                <c:pt idx="116">
                  <c:v>-1.288625</c:v>
                </c:pt>
                <c:pt idx="117">
                  <c:v>0.680759</c:v>
                </c:pt>
                <c:pt idx="118">
                  <c:v>-1.698103</c:v>
                </c:pt>
                <c:pt idx="119">
                  <c:v>-1.09622</c:v>
                </c:pt>
                <c:pt idx="120">
                  <c:v>-1.445978</c:v>
                </c:pt>
                <c:pt idx="121">
                  <c:v>0.290236</c:v>
                </c:pt>
                <c:pt idx="122">
                  <c:v>-0.183602</c:v>
                </c:pt>
                <c:pt idx="123">
                  <c:v>-1.402913</c:v>
                </c:pt>
                <c:pt idx="124">
                  <c:v>0.080063</c:v>
                </c:pt>
                <c:pt idx="125">
                  <c:v>0.000834</c:v>
                </c:pt>
                <c:pt idx="126">
                  <c:v>0.068277</c:v>
                </c:pt>
                <c:pt idx="127">
                  <c:v>-0.680522</c:v>
                </c:pt>
                <c:pt idx="128">
                  <c:v>-0.64215</c:v>
                </c:pt>
                <c:pt idx="129">
                  <c:v>0.351166</c:v>
                </c:pt>
                <c:pt idx="130">
                  <c:v>0.048389</c:v>
                </c:pt>
                <c:pt idx="131">
                  <c:v>-1.078412</c:v>
                </c:pt>
                <c:pt idx="132">
                  <c:v>-0.306248</c:v>
                </c:pt>
                <c:pt idx="133">
                  <c:v>0.510889</c:v>
                </c:pt>
                <c:pt idx="134">
                  <c:v>-2.00722</c:v>
                </c:pt>
                <c:pt idx="135">
                  <c:v>0.232302</c:v>
                </c:pt>
                <c:pt idx="136">
                  <c:v>-0.685833</c:v>
                </c:pt>
                <c:pt idx="137">
                  <c:v>0.747721</c:v>
                </c:pt>
                <c:pt idx="138">
                  <c:v>-1.278529</c:v>
                </c:pt>
                <c:pt idx="139">
                  <c:v>-1.599665</c:v>
                </c:pt>
                <c:pt idx="140">
                  <c:v>-1.406659</c:v>
                </c:pt>
                <c:pt idx="141">
                  <c:v>-0.454508</c:v>
                </c:pt>
                <c:pt idx="142">
                  <c:v>-1.661171</c:v>
                </c:pt>
                <c:pt idx="143">
                  <c:v>-1.398301</c:v>
                </c:pt>
                <c:pt idx="144">
                  <c:v>0.715976</c:v>
                </c:pt>
                <c:pt idx="145">
                  <c:v>-1.721685</c:v>
                </c:pt>
                <c:pt idx="146">
                  <c:v>-1.752499</c:v>
                </c:pt>
                <c:pt idx="147">
                  <c:v>0.270663</c:v>
                </c:pt>
                <c:pt idx="148">
                  <c:v>-2.166003</c:v>
                </c:pt>
                <c:pt idx="149">
                  <c:v>0.471385</c:v>
                </c:pt>
                <c:pt idx="150">
                  <c:v>-0.758569</c:v>
                </c:pt>
                <c:pt idx="151">
                  <c:v>-0.278884</c:v>
                </c:pt>
                <c:pt idx="152">
                  <c:v>0.109651</c:v>
                </c:pt>
                <c:pt idx="153">
                  <c:v>0.635124</c:v>
                </c:pt>
                <c:pt idx="154">
                  <c:v>-2.85745</c:v>
                </c:pt>
                <c:pt idx="155">
                  <c:v>0.429022</c:v>
                </c:pt>
                <c:pt idx="156">
                  <c:v>0.031233</c:v>
                </c:pt>
                <c:pt idx="157">
                  <c:v>-0.612977</c:v>
                </c:pt>
                <c:pt idx="158">
                  <c:v>-0.601002</c:v>
                </c:pt>
                <c:pt idx="159">
                  <c:v>0.674206</c:v>
                </c:pt>
                <c:pt idx="160">
                  <c:v>-3.393345</c:v>
                </c:pt>
                <c:pt idx="161">
                  <c:v>-0.722638</c:v>
                </c:pt>
                <c:pt idx="162">
                  <c:v>-0.891063</c:v>
                </c:pt>
                <c:pt idx="163">
                  <c:v>-2.629812</c:v>
                </c:pt>
                <c:pt idx="164">
                  <c:v>-0.938846</c:v>
                </c:pt>
                <c:pt idx="165">
                  <c:v>-0.259923</c:v>
                </c:pt>
                <c:pt idx="166">
                  <c:v>0.097212</c:v>
                </c:pt>
                <c:pt idx="167">
                  <c:v>0.391619</c:v>
                </c:pt>
                <c:pt idx="168">
                  <c:v>0.473425</c:v>
                </c:pt>
                <c:pt idx="169">
                  <c:v>-1.946807</c:v>
                </c:pt>
                <c:pt idx="170">
                  <c:v>-0.210013</c:v>
                </c:pt>
                <c:pt idx="171">
                  <c:v>-0.546925</c:v>
                </c:pt>
                <c:pt idx="172">
                  <c:v>-0.218496</c:v>
                </c:pt>
                <c:pt idx="173">
                  <c:v>-0.034351</c:v>
                </c:pt>
                <c:pt idx="174">
                  <c:v>1.043958</c:v>
                </c:pt>
                <c:pt idx="175">
                  <c:v>-0.294551</c:v>
                </c:pt>
                <c:pt idx="176">
                  <c:v>-3.961019</c:v>
                </c:pt>
                <c:pt idx="177">
                  <c:v>-1.961995</c:v>
                </c:pt>
                <c:pt idx="178">
                  <c:v>-0.884495</c:v>
                </c:pt>
                <c:pt idx="179">
                  <c:v>-0.654662</c:v>
                </c:pt>
                <c:pt idx="180">
                  <c:v>-0.514444</c:v>
                </c:pt>
                <c:pt idx="181">
                  <c:v>-1.981421</c:v>
                </c:pt>
                <c:pt idx="182">
                  <c:v>0.832898</c:v>
                </c:pt>
                <c:pt idx="183">
                  <c:v>-0.739242</c:v>
                </c:pt>
                <c:pt idx="184">
                  <c:v>1.007904</c:v>
                </c:pt>
                <c:pt idx="185">
                  <c:v>-0.391284</c:v>
                </c:pt>
                <c:pt idx="186">
                  <c:v>-0.626668</c:v>
                </c:pt>
                <c:pt idx="187">
                  <c:v>0.275588</c:v>
                </c:pt>
                <c:pt idx="188">
                  <c:v>-0.668836</c:v>
                </c:pt>
                <c:pt idx="189">
                  <c:v>-1.443707</c:v>
                </c:pt>
                <c:pt idx="190">
                  <c:v>0.526084</c:v>
                </c:pt>
                <c:pt idx="191">
                  <c:v>-0.513475</c:v>
                </c:pt>
                <c:pt idx="192">
                  <c:v>-0.666598</c:v>
                </c:pt>
                <c:pt idx="193">
                  <c:v>-0.708307</c:v>
                </c:pt>
                <c:pt idx="194">
                  <c:v>-0.555634</c:v>
                </c:pt>
                <c:pt idx="195">
                  <c:v>-0.278027</c:v>
                </c:pt>
                <c:pt idx="196">
                  <c:v>-0.597593</c:v>
                </c:pt>
                <c:pt idx="197">
                  <c:v>0.523181</c:v>
                </c:pt>
                <c:pt idx="198">
                  <c:v>0.540944</c:v>
                </c:pt>
                <c:pt idx="199">
                  <c:v>1.146382</c:v>
                </c:pt>
                <c:pt idx="200">
                  <c:v>0.971875</c:v>
                </c:pt>
                <c:pt idx="201">
                  <c:v>-0.022777</c:v>
                </c:pt>
                <c:pt idx="202">
                  <c:v>-0.523042</c:v>
                </c:pt>
                <c:pt idx="203">
                  <c:v>-0.046721</c:v>
                </c:pt>
                <c:pt idx="204">
                  <c:v>-0.482808</c:v>
                </c:pt>
                <c:pt idx="205">
                  <c:v>-0.549085</c:v>
                </c:pt>
                <c:pt idx="206">
                  <c:v>-1.281774</c:v>
                </c:pt>
                <c:pt idx="207">
                  <c:v>1.49014</c:v>
                </c:pt>
                <c:pt idx="208">
                  <c:v>-0.643</c:v>
                </c:pt>
                <c:pt idx="209">
                  <c:v>-0.456202</c:v>
                </c:pt>
                <c:pt idx="210">
                  <c:v>-0.634066</c:v>
                </c:pt>
                <c:pt idx="211">
                  <c:v>-0.16708</c:v>
                </c:pt>
                <c:pt idx="212">
                  <c:v>-0.255506</c:v>
                </c:pt>
                <c:pt idx="213">
                  <c:v>-0.078991</c:v>
                </c:pt>
                <c:pt idx="214">
                  <c:v>-0.531364</c:v>
                </c:pt>
                <c:pt idx="215">
                  <c:v>0.17414</c:v>
                </c:pt>
                <c:pt idx="216">
                  <c:v>-0.913978</c:v>
                </c:pt>
                <c:pt idx="217">
                  <c:v>-0.320688</c:v>
                </c:pt>
                <c:pt idx="218">
                  <c:v>-0.4551</c:v>
                </c:pt>
                <c:pt idx="219">
                  <c:v>-0.576341</c:v>
                </c:pt>
                <c:pt idx="220">
                  <c:v>-1.865445</c:v>
                </c:pt>
                <c:pt idx="221">
                  <c:v>-0.299064</c:v>
                </c:pt>
                <c:pt idx="222">
                  <c:v>0.658042</c:v>
                </c:pt>
                <c:pt idx="223">
                  <c:v>0.142678</c:v>
                </c:pt>
                <c:pt idx="224">
                  <c:v>-0.071867</c:v>
                </c:pt>
                <c:pt idx="225">
                  <c:v>1.05615</c:v>
                </c:pt>
                <c:pt idx="226">
                  <c:v>-1.561528</c:v>
                </c:pt>
                <c:pt idx="227">
                  <c:v>-0.490044</c:v>
                </c:pt>
                <c:pt idx="228">
                  <c:v>0.258295</c:v>
                </c:pt>
                <c:pt idx="229">
                  <c:v>0.394541</c:v>
                </c:pt>
                <c:pt idx="230">
                  <c:v>-0.513532</c:v>
                </c:pt>
                <c:pt idx="231">
                  <c:v>-0.204046</c:v>
                </c:pt>
                <c:pt idx="232">
                  <c:v>-1.017724</c:v>
                </c:pt>
                <c:pt idx="233">
                  <c:v>0.614423</c:v>
                </c:pt>
                <c:pt idx="234">
                  <c:v>-0.010201</c:v>
                </c:pt>
                <c:pt idx="235">
                  <c:v>0.740908</c:v>
                </c:pt>
                <c:pt idx="236">
                  <c:v>-0.558537</c:v>
                </c:pt>
                <c:pt idx="237">
                  <c:v>-0.477426</c:v>
                </c:pt>
                <c:pt idx="238">
                  <c:v>-1.929438</c:v>
                </c:pt>
                <c:pt idx="239">
                  <c:v>-0.340835</c:v>
                </c:pt>
                <c:pt idx="240">
                  <c:v>0.810115</c:v>
                </c:pt>
                <c:pt idx="241">
                  <c:v>0.198601</c:v>
                </c:pt>
                <c:pt idx="242">
                  <c:v>-2.962932</c:v>
                </c:pt>
                <c:pt idx="243">
                  <c:v>-0.492338</c:v>
                </c:pt>
                <c:pt idx="244">
                  <c:v>-2.664438</c:v>
                </c:pt>
                <c:pt idx="245">
                  <c:v>-0.966766</c:v>
                </c:pt>
                <c:pt idx="246">
                  <c:v>0.022664</c:v>
                </c:pt>
                <c:pt idx="247">
                  <c:v>-0.731511</c:v>
                </c:pt>
                <c:pt idx="248">
                  <c:v>0.369654</c:v>
                </c:pt>
                <c:pt idx="249">
                  <c:v>0.321288</c:v>
                </c:pt>
                <c:pt idx="250">
                  <c:v>0.706253</c:v>
                </c:pt>
                <c:pt idx="251">
                  <c:v>-0.263489</c:v>
                </c:pt>
                <c:pt idx="252">
                  <c:v>-0.111437</c:v>
                </c:pt>
                <c:pt idx="253">
                  <c:v>-1.370873</c:v>
                </c:pt>
                <c:pt idx="254">
                  <c:v>-0.850492</c:v>
                </c:pt>
                <c:pt idx="255">
                  <c:v>0.710668</c:v>
                </c:pt>
                <c:pt idx="256">
                  <c:v>-0.216452</c:v>
                </c:pt>
                <c:pt idx="257">
                  <c:v>-0.401731</c:v>
                </c:pt>
                <c:pt idx="258">
                  <c:v>-0.526264</c:v>
                </c:pt>
                <c:pt idx="259">
                  <c:v>0.529297</c:v>
                </c:pt>
                <c:pt idx="260">
                  <c:v>-0.449415</c:v>
                </c:pt>
                <c:pt idx="261">
                  <c:v>0.804885</c:v>
                </c:pt>
                <c:pt idx="262">
                  <c:v>-1.648042</c:v>
                </c:pt>
                <c:pt idx="263">
                  <c:v>0.747691</c:v>
                </c:pt>
                <c:pt idx="264">
                  <c:v>-0.226538</c:v>
                </c:pt>
                <c:pt idx="265">
                  <c:v>-0.440324</c:v>
                </c:pt>
                <c:pt idx="266">
                  <c:v>-0.446222</c:v>
                </c:pt>
                <c:pt idx="267">
                  <c:v>-1.210024</c:v>
                </c:pt>
                <c:pt idx="268">
                  <c:v>0.755363</c:v>
                </c:pt>
                <c:pt idx="269">
                  <c:v>-2.52804</c:v>
                </c:pt>
                <c:pt idx="270">
                  <c:v>-0.813697</c:v>
                </c:pt>
                <c:pt idx="271">
                  <c:v>-0.500832</c:v>
                </c:pt>
                <c:pt idx="272">
                  <c:v>0.086935</c:v>
                </c:pt>
                <c:pt idx="273">
                  <c:v>0.563535</c:v>
                </c:pt>
                <c:pt idx="274">
                  <c:v>0.636934</c:v>
                </c:pt>
                <c:pt idx="275">
                  <c:v>0.03712</c:v>
                </c:pt>
                <c:pt idx="276">
                  <c:v>0.803761</c:v>
                </c:pt>
                <c:pt idx="277">
                  <c:v>-0.00396</c:v>
                </c:pt>
                <c:pt idx="278">
                  <c:v>0.775491</c:v>
                </c:pt>
                <c:pt idx="279">
                  <c:v>-1.229685</c:v>
                </c:pt>
                <c:pt idx="280">
                  <c:v>0.300939</c:v>
                </c:pt>
                <c:pt idx="281">
                  <c:v>0.839782</c:v>
                </c:pt>
                <c:pt idx="282">
                  <c:v>1.168244</c:v>
                </c:pt>
                <c:pt idx="283">
                  <c:v>-0.555859</c:v>
                </c:pt>
                <c:pt idx="284">
                  <c:v>0.653223</c:v>
                </c:pt>
                <c:pt idx="285">
                  <c:v>-0.280367</c:v>
                </c:pt>
                <c:pt idx="286">
                  <c:v>-0.544309</c:v>
                </c:pt>
                <c:pt idx="287">
                  <c:v>-0.36762</c:v>
                </c:pt>
                <c:pt idx="288">
                  <c:v>-0.416747</c:v>
                </c:pt>
                <c:pt idx="289">
                  <c:v>-2.031613</c:v>
                </c:pt>
                <c:pt idx="290">
                  <c:v>-0.928633</c:v>
                </c:pt>
                <c:pt idx="291">
                  <c:v>-3.351546</c:v>
                </c:pt>
                <c:pt idx="292">
                  <c:v>0.222519</c:v>
                </c:pt>
                <c:pt idx="293">
                  <c:v>-0.845255</c:v>
                </c:pt>
                <c:pt idx="294">
                  <c:v>-0.471982</c:v>
                </c:pt>
                <c:pt idx="295">
                  <c:v>-2.703516</c:v>
                </c:pt>
                <c:pt idx="296">
                  <c:v>-1.750272</c:v>
                </c:pt>
                <c:pt idx="297">
                  <c:v>-0.536048</c:v>
                </c:pt>
                <c:pt idx="298">
                  <c:v>1.243277</c:v>
                </c:pt>
                <c:pt idx="299">
                  <c:v>-0.315659</c:v>
                </c:pt>
                <c:pt idx="300">
                  <c:v>-1.233859</c:v>
                </c:pt>
                <c:pt idx="301">
                  <c:v>-0.870695</c:v>
                </c:pt>
                <c:pt idx="302">
                  <c:v>-0.916524</c:v>
                </c:pt>
                <c:pt idx="303">
                  <c:v>-0.935494</c:v>
                </c:pt>
                <c:pt idx="304">
                  <c:v>0.141876</c:v>
                </c:pt>
                <c:pt idx="305">
                  <c:v>0.451455</c:v>
                </c:pt>
                <c:pt idx="306">
                  <c:v>0.208817</c:v>
                </c:pt>
                <c:pt idx="307">
                  <c:v>0.738252</c:v>
                </c:pt>
                <c:pt idx="308">
                  <c:v>0.821509</c:v>
                </c:pt>
                <c:pt idx="309">
                  <c:v>0.804074</c:v>
                </c:pt>
                <c:pt idx="310">
                  <c:v>-0.245661</c:v>
                </c:pt>
                <c:pt idx="311">
                  <c:v>-0.77764</c:v>
                </c:pt>
                <c:pt idx="312">
                  <c:v>-0.280337</c:v>
                </c:pt>
                <c:pt idx="313">
                  <c:v>0.309836</c:v>
                </c:pt>
                <c:pt idx="314">
                  <c:v>0.02827</c:v>
                </c:pt>
                <c:pt idx="315">
                  <c:v>-2.867668</c:v>
                </c:pt>
                <c:pt idx="316">
                  <c:v>-0.309577</c:v>
                </c:pt>
                <c:pt idx="317">
                  <c:v>-0.720381</c:v>
                </c:pt>
                <c:pt idx="318">
                  <c:v>-0.188964</c:v>
                </c:pt>
                <c:pt idx="319">
                  <c:v>0.509429</c:v>
                </c:pt>
                <c:pt idx="320">
                  <c:v>0.175633</c:v>
                </c:pt>
                <c:pt idx="321">
                  <c:v>0.251176</c:v>
                </c:pt>
                <c:pt idx="322">
                  <c:v>0.29682</c:v>
                </c:pt>
                <c:pt idx="323">
                  <c:v>0.45438</c:v>
                </c:pt>
                <c:pt idx="324">
                  <c:v>0.14602</c:v>
                </c:pt>
                <c:pt idx="325">
                  <c:v>-0.60574</c:v>
                </c:pt>
                <c:pt idx="326">
                  <c:v>-0.182895</c:v>
                </c:pt>
                <c:pt idx="327">
                  <c:v>0.354411</c:v>
                </c:pt>
                <c:pt idx="328">
                  <c:v>0.139516</c:v>
                </c:pt>
                <c:pt idx="329">
                  <c:v>0.628877</c:v>
                </c:pt>
                <c:pt idx="330">
                  <c:v>-1.186979</c:v>
                </c:pt>
                <c:pt idx="331">
                  <c:v>-0.1998</c:v>
                </c:pt>
                <c:pt idx="332">
                  <c:v>-0.096095</c:v>
                </c:pt>
                <c:pt idx="333">
                  <c:v>-0.213681</c:v>
                </c:pt>
                <c:pt idx="334">
                  <c:v>-0.687071</c:v>
                </c:pt>
                <c:pt idx="335">
                  <c:v>-0.59586</c:v>
                </c:pt>
                <c:pt idx="336">
                  <c:v>-0.618256</c:v>
                </c:pt>
                <c:pt idx="337">
                  <c:v>0.085674</c:v>
                </c:pt>
                <c:pt idx="338">
                  <c:v>0.357473</c:v>
                </c:pt>
                <c:pt idx="339">
                  <c:v>0.325204</c:v>
                </c:pt>
                <c:pt idx="340">
                  <c:v>0.436579</c:v>
                </c:pt>
                <c:pt idx="341">
                  <c:v>-4.160445</c:v>
                </c:pt>
                <c:pt idx="342">
                  <c:v>0.792489</c:v>
                </c:pt>
                <c:pt idx="343">
                  <c:v>-0.625674</c:v>
                </c:pt>
                <c:pt idx="344">
                  <c:v>-1.002411</c:v>
                </c:pt>
                <c:pt idx="345">
                  <c:v>1.058466</c:v>
                </c:pt>
                <c:pt idx="346">
                  <c:v>0.137441</c:v>
                </c:pt>
                <c:pt idx="347">
                  <c:v>0.181445</c:v>
                </c:pt>
                <c:pt idx="348">
                  <c:v>-0.158792</c:v>
                </c:pt>
                <c:pt idx="349">
                  <c:v>0.39364</c:v>
                </c:pt>
                <c:pt idx="350">
                  <c:v>-0.296379</c:v>
                </c:pt>
                <c:pt idx="351">
                  <c:v>0.586363</c:v>
                </c:pt>
                <c:pt idx="352">
                  <c:v>2.142211</c:v>
                </c:pt>
                <c:pt idx="353">
                  <c:v>-4.162076</c:v>
                </c:pt>
                <c:pt idx="354">
                  <c:v>0.251197</c:v>
                </c:pt>
                <c:pt idx="355">
                  <c:v>0.916606</c:v>
                </c:pt>
                <c:pt idx="356">
                  <c:v>-0.034834</c:v>
                </c:pt>
                <c:pt idx="357">
                  <c:v>-2.044646</c:v>
                </c:pt>
                <c:pt idx="358">
                  <c:v>-0.410705</c:v>
                </c:pt>
                <c:pt idx="359">
                  <c:v>-1.552905</c:v>
                </c:pt>
                <c:pt idx="360">
                  <c:v>0.718079</c:v>
                </c:pt>
                <c:pt idx="361">
                  <c:v>-0.047778</c:v>
                </c:pt>
                <c:pt idx="362">
                  <c:v>0.899536</c:v>
                </c:pt>
                <c:pt idx="363">
                  <c:v>0.917839</c:v>
                </c:pt>
                <c:pt idx="364">
                  <c:v>-0.476739</c:v>
                </c:pt>
                <c:pt idx="365">
                  <c:v>-0.611162</c:v>
                </c:pt>
                <c:pt idx="366">
                  <c:v>-0.222598</c:v>
                </c:pt>
                <c:pt idx="367">
                  <c:v>-1.98409</c:v>
                </c:pt>
                <c:pt idx="368">
                  <c:v>-0.844953</c:v>
                </c:pt>
                <c:pt idx="369">
                  <c:v>-1.359724</c:v>
                </c:pt>
                <c:pt idx="370">
                  <c:v>-0.325068</c:v>
                </c:pt>
                <c:pt idx="371">
                  <c:v>0.052746</c:v>
                </c:pt>
                <c:pt idx="372">
                  <c:v>1.145836</c:v>
                </c:pt>
                <c:pt idx="373">
                  <c:v>-0.740914</c:v>
                </c:pt>
                <c:pt idx="374">
                  <c:v>0.005262</c:v>
                </c:pt>
                <c:pt idx="375">
                  <c:v>0.420366</c:v>
                </c:pt>
                <c:pt idx="376">
                  <c:v>-0.906851</c:v>
                </c:pt>
                <c:pt idx="377">
                  <c:v>0.505158</c:v>
                </c:pt>
                <c:pt idx="378">
                  <c:v>0.281825</c:v>
                </c:pt>
                <c:pt idx="379">
                  <c:v>0.438264</c:v>
                </c:pt>
                <c:pt idx="380">
                  <c:v>-0.712376</c:v>
                </c:pt>
                <c:pt idx="381">
                  <c:v>-0.954776</c:v>
                </c:pt>
                <c:pt idx="382">
                  <c:v>1.026558</c:v>
                </c:pt>
                <c:pt idx="383">
                  <c:v>-0.143364</c:v>
                </c:pt>
                <c:pt idx="384">
                  <c:v>-0.534493</c:v>
                </c:pt>
                <c:pt idx="385">
                  <c:v>0.742151</c:v>
                </c:pt>
                <c:pt idx="386">
                  <c:v>-0.087358</c:v>
                </c:pt>
                <c:pt idx="387">
                  <c:v>0.412452</c:v>
                </c:pt>
                <c:pt idx="388">
                  <c:v>0.273851</c:v>
                </c:pt>
                <c:pt idx="389">
                  <c:v>-1.129405</c:v>
                </c:pt>
                <c:pt idx="390">
                  <c:v>0.050466</c:v>
                </c:pt>
                <c:pt idx="391">
                  <c:v>0.648762</c:v>
                </c:pt>
                <c:pt idx="392">
                  <c:v>0.209879</c:v>
                </c:pt>
                <c:pt idx="393">
                  <c:v>0.760021</c:v>
                </c:pt>
                <c:pt idx="394">
                  <c:v>-0.206493</c:v>
                </c:pt>
                <c:pt idx="395">
                  <c:v>-0.132149</c:v>
                </c:pt>
                <c:pt idx="396">
                  <c:v>-0.528718</c:v>
                </c:pt>
                <c:pt idx="397">
                  <c:v>0.025574</c:v>
                </c:pt>
                <c:pt idx="398">
                  <c:v>0.472272</c:v>
                </c:pt>
                <c:pt idx="399">
                  <c:v>0.380181</c:v>
                </c:pt>
                <c:pt idx="400">
                  <c:v>-0.487816</c:v>
                </c:pt>
                <c:pt idx="401">
                  <c:v>-0.884547</c:v>
                </c:pt>
                <c:pt idx="402">
                  <c:v>-0.80144</c:v>
                </c:pt>
                <c:pt idx="403">
                  <c:v>-0.690595</c:v>
                </c:pt>
                <c:pt idx="404">
                  <c:v>0.658591</c:v>
                </c:pt>
                <c:pt idx="405">
                  <c:v>0.063941</c:v>
                </c:pt>
                <c:pt idx="406">
                  <c:v>-0.039673</c:v>
                </c:pt>
                <c:pt idx="407">
                  <c:v>-0.292437</c:v>
                </c:pt>
                <c:pt idx="408">
                  <c:v>-1.54542</c:v>
                </c:pt>
                <c:pt idx="409">
                  <c:v>-1.49917</c:v>
                </c:pt>
                <c:pt idx="410">
                  <c:v>0.087539</c:v>
                </c:pt>
                <c:pt idx="411">
                  <c:v>-0.090233</c:v>
                </c:pt>
                <c:pt idx="412">
                  <c:v>0.05558</c:v>
                </c:pt>
                <c:pt idx="413">
                  <c:v>0.476089</c:v>
                </c:pt>
                <c:pt idx="414">
                  <c:v>0.349327</c:v>
                </c:pt>
                <c:pt idx="415">
                  <c:v>-0.647373</c:v>
                </c:pt>
                <c:pt idx="416">
                  <c:v>-0.756247</c:v>
                </c:pt>
                <c:pt idx="417">
                  <c:v>-1.170277</c:v>
                </c:pt>
                <c:pt idx="418">
                  <c:v>0.118656</c:v>
                </c:pt>
                <c:pt idx="419">
                  <c:v>-2.755055</c:v>
                </c:pt>
                <c:pt idx="420">
                  <c:v>-0.530806</c:v>
                </c:pt>
                <c:pt idx="421">
                  <c:v>0.623704</c:v>
                </c:pt>
                <c:pt idx="422">
                  <c:v>-1.095013</c:v>
                </c:pt>
                <c:pt idx="423">
                  <c:v>-3.028011</c:v>
                </c:pt>
                <c:pt idx="424">
                  <c:v>-0.539687</c:v>
                </c:pt>
                <c:pt idx="425">
                  <c:v>-1.145183</c:v>
                </c:pt>
                <c:pt idx="426">
                  <c:v>0.151608</c:v>
                </c:pt>
                <c:pt idx="427">
                  <c:v>1.021726</c:v>
                </c:pt>
                <c:pt idx="428">
                  <c:v>-3.760302</c:v>
                </c:pt>
                <c:pt idx="429">
                  <c:v>0.076048</c:v>
                </c:pt>
                <c:pt idx="430">
                  <c:v>0.098407</c:v>
                </c:pt>
                <c:pt idx="431">
                  <c:v>-0.022754</c:v>
                </c:pt>
                <c:pt idx="432">
                  <c:v>-0.064076</c:v>
                </c:pt>
                <c:pt idx="433">
                  <c:v>-2.144327</c:v>
                </c:pt>
                <c:pt idx="434">
                  <c:v>0.14805</c:v>
                </c:pt>
                <c:pt idx="435">
                  <c:v>-1.607651</c:v>
                </c:pt>
                <c:pt idx="436">
                  <c:v>-0.106461</c:v>
                </c:pt>
                <c:pt idx="437">
                  <c:v>-0.513993</c:v>
                </c:pt>
                <c:pt idx="438">
                  <c:v>-0.46299</c:v>
                </c:pt>
                <c:pt idx="439">
                  <c:v>0.3717</c:v>
                </c:pt>
                <c:pt idx="440">
                  <c:v>0.111645</c:v>
                </c:pt>
                <c:pt idx="441">
                  <c:v>-0.021151</c:v>
                </c:pt>
                <c:pt idx="442">
                  <c:v>-0.17993</c:v>
                </c:pt>
                <c:pt idx="443">
                  <c:v>0.00028</c:v>
                </c:pt>
                <c:pt idx="444">
                  <c:v>-1.811455</c:v>
                </c:pt>
                <c:pt idx="445">
                  <c:v>-0.827726</c:v>
                </c:pt>
                <c:pt idx="446">
                  <c:v>-1.086761</c:v>
                </c:pt>
                <c:pt idx="447">
                  <c:v>0.674305</c:v>
                </c:pt>
                <c:pt idx="448">
                  <c:v>-0.170467</c:v>
                </c:pt>
                <c:pt idx="449">
                  <c:v>-0.448083</c:v>
                </c:pt>
                <c:pt idx="450">
                  <c:v>-0.445414</c:v>
                </c:pt>
                <c:pt idx="451">
                  <c:v>-0.011189</c:v>
                </c:pt>
                <c:pt idx="452">
                  <c:v>0.29303</c:v>
                </c:pt>
                <c:pt idx="453">
                  <c:v>0.301691</c:v>
                </c:pt>
                <c:pt idx="454">
                  <c:v>-0.892987</c:v>
                </c:pt>
                <c:pt idx="455">
                  <c:v>0.368486</c:v>
                </c:pt>
                <c:pt idx="456">
                  <c:v>0.330223</c:v>
                </c:pt>
                <c:pt idx="457">
                  <c:v>-1.831924</c:v>
                </c:pt>
                <c:pt idx="458">
                  <c:v>-0.631449</c:v>
                </c:pt>
                <c:pt idx="459">
                  <c:v>-0.492186</c:v>
                </c:pt>
                <c:pt idx="460">
                  <c:v>-0.251112</c:v>
                </c:pt>
                <c:pt idx="461">
                  <c:v>-0.086547</c:v>
                </c:pt>
                <c:pt idx="462">
                  <c:v>-1.34801</c:v>
                </c:pt>
                <c:pt idx="463">
                  <c:v>-0.62867</c:v>
                </c:pt>
                <c:pt idx="464">
                  <c:v>-0.536263</c:v>
                </c:pt>
                <c:pt idx="465">
                  <c:v>0.815878</c:v>
                </c:pt>
                <c:pt idx="466">
                  <c:v>-0.226259</c:v>
                </c:pt>
                <c:pt idx="467">
                  <c:v>-3.981533</c:v>
                </c:pt>
                <c:pt idx="468">
                  <c:v>0.131522</c:v>
                </c:pt>
                <c:pt idx="469">
                  <c:v>0.047179</c:v>
                </c:pt>
                <c:pt idx="470">
                  <c:v>-2.813813</c:v>
                </c:pt>
                <c:pt idx="471">
                  <c:v>-0.961359</c:v>
                </c:pt>
                <c:pt idx="472">
                  <c:v>-0.625792</c:v>
                </c:pt>
                <c:pt idx="473">
                  <c:v>-2.492897</c:v>
                </c:pt>
                <c:pt idx="474">
                  <c:v>0.047143</c:v>
                </c:pt>
                <c:pt idx="475">
                  <c:v>-1.608766</c:v>
                </c:pt>
                <c:pt idx="476">
                  <c:v>-1.318858</c:v>
                </c:pt>
                <c:pt idx="477">
                  <c:v>0.826284</c:v>
                </c:pt>
                <c:pt idx="478">
                  <c:v>-0.322706</c:v>
                </c:pt>
                <c:pt idx="479">
                  <c:v>-0.012411</c:v>
                </c:pt>
                <c:pt idx="480">
                  <c:v>0.140217</c:v>
                </c:pt>
                <c:pt idx="481">
                  <c:v>0.501166</c:v>
                </c:pt>
                <c:pt idx="482">
                  <c:v>-0.291672</c:v>
                </c:pt>
                <c:pt idx="483">
                  <c:v>-0.378956</c:v>
                </c:pt>
                <c:pt idx="484">
                  <c:v>-0.358985</c:v>
                </c:pt>
                <c:pt idx="485">
                  <c:v>0.689964</c:v>
                </c:pt>
                <c:pt idx="486">
                  <c:v>1.042642</c:v>
                </c:pt>
                <c:pt idx="487">
                  <c:v>0.22604</c:v>
                </c:pt>
                <c:pt idx="488">
                  <c:v>0.178422</c:v>
                </c:pt>
                <c:pt idx="489">
                  <c:v>-0.260464</c:v>
                </c:pt>
                <c:pt idx="490">
                  <c:v>0.233434</c:v>
                </c:pt>
                <c:pt idx="491">
                  <c:v>0.364573</c:v>
                </c:pt>
                <c:pt idx="492">
                  <c:v>-0.203181</c:v>
                </c:pt>
                <c:pt idx="493">
                  <c:v>0.139068</c:v>
                </c:pt>
                <c:pt idx="494">
                  <c:v>-0.386593</c:v>
                </c:pt>
                <c:pt idx="495">
                  <c:v>0.582729</c:v>
                </c:pt>
                <c:pt idx="496">
                  <c:v>0.697236</c:v>
                </c:pt>
                <c:pt idx="497">
                  <c:v>-0.305754</c:v>
                </c:pt>
                <c:pt idx="498">
                  <c:v>-2.236127</c:v>
                </c:pt>
                <c:pt idx="499">
                  <c:v>-1.222385</c:v>
                </c:pt>
                <c:pt idx="500">
                  <c:v>0.877251</c:v>
                </c:pt>
                <c:pt idx="501">
                  <c:v>-1.456429</c:v>
                </c:pt>
                <c:pt idx="502">
                  <c:v>-0.514378</c:v>
                </c:pt>
                <c:pt idx="503">
                  <c:v>0.381438</c:v>
                </c:pt>
                <c:pt idx="504">
                  <c:v>0.76359</c:v>
                </c:pt>
                <c:pt idx="505">
                  <c:v>-0.365041</c:v>
                </c:pt>
                <c:pt idx="506">
                  <c:v>-1.746279</c:v>
                </c:pt>
                <c:pt idx="507">
                  <c:v>-1.225032</c:v>
                </c:pt>
                <c:pt idx="508">
                  <c:v>-0.229004</c:v>
                </c:pt>
                <c:pt idx="509">
                  <c:v>0.685847</c:v>
                </c:pt>
                <c:pt idx="510">
                  <c:v>0.151793</c:v>
                </c:pt>
                <c:pt idx="511">
                  <c:v>-0.337313</c:v>
                </c:pt>
                <c:pt idx="512">
                  <c:v>-0.407315</c:v>
                </c:pt>
                <c:pt idx="513">
                  <c:v>-2.296485</c:v>
                </c:pt>
                <c:pt idx="514">
                  <c:v>-0.21837</c:v>
                </c:pt>
                <c:pt idx="515">
                  <c:v>0.800995</c:v>
                </c:pt>
                <c:pt idx="516">
                  <c:v>0.801317</c:v>
                </c:pt>
                <c:pt idx="517">
                  <c:v>0.351985</c:v>
                </c:pt>
                <c:pt idx="518">
                  <c:v>0.033996</c:v>
                </c:pt>
                <c:pt idx="519">
                  <c:v>-0.395767</c:v>
                </c:pt>
                <c:pt idx="520">
                  <c:v>0.646749</c:v>
                </c:pt>
                <c:pt idx="521">
                  <c:v>-2.241173</c:v>
                </c:pt>
                <c:pt idx="522">
                  <c:v>-0.663877</c:v>
                </c:pt>
                <c:pt idx="523">
                  <c:v>1.071001</c:v>
                </c:pt>
                <c:pt idx="524">
                  <c:v>-0.132149</c:v>
                </c:pt>
                <c:pt idx="525">
                  <c:v>0.440653</c:v>
                </c:pt>
                <c:pt idx="526">
                  <c:v>0.024639</c:v>
                </c:pt>
                <c:pt idx="527">
                  <c:v>0.98936</c:v>
                </c:pt>
                <c:pt idx="528">
                  <c:v>0.507095</c:v>
                </c:pt>
                <c:pt idx="529">
                  <c:v>0.798852</c:v>
                </c:pt>
                <c:pt idx="530">
                  <c:v>0.639909</c:v>
                </c:pt>
                <c:pt idx="531">
                  <c:v>0.676892</c:v>
                </c:pt>
                <c:pt idx="532">
                  <c:v>0.917983</c:v>
                </c:pt>
                <c:pt idx="533">
                  <c:v>1.161169</c:v>
                </c:pt>
                <c:pt idx="534">
                  <c:v>-1.380599</c:v>
                </c:pt>
                <c:pt idx="535">
                  <c:v>0.62201</c:v>
                </c:pt>
                <c:pt idx="536">
                  <c:v>-0.909561</c:v>
                </c:pt>
                <c:pt idx="537">
                  <c:v>-0.012733</c:v>
                </c:pt>
                <c:pt idx="538">
                  <c:v>-0.108683</c:v>
                </c:pt>
                <c:pt idx="539">
                  <c:v>-0.814701</c:v>
                </c:pt>
                <c:pt idx="540">
                  <c:v>-0.435702</c:v>
                </c:pt>
                <c:pt idx="541">
                  <c:v>0.812162</c:v>
                </c:pt>
                <c:pt idx="542">
                  <c:v>-0.089819</c:v>
                </c:pt>
                <c:pt idx="543">
                  <c:v>-0.034041</c:v>
                </c:pt>
                <c:pt idx="544">
                  <c:v>-1.147335</c:v>
                </c:pt>
                <c:pt idx="545">
                  <c:v>-0.338177</c:v>
                </c:pt>
                <c:pt idx="546">
                  <c:v>-3.314171</c:v>
                </c:pt>
                <c:pt idx="547">
                  <c:v>-0.349073</c:v>
                </c:pt>
                <c:pt idx="548">
                  <c:v>-0.204077</c:v>
                </c:pt>
                <c:pt idx="549">
                  <c:v>-0.39953</c:v>
                </c:pt>
                <c:pt idx="550">
                  <c:v>-0.2809</c:v>
                </c:pt>
                <c:pt idx="551">
                  <c:v>0.52943</c:v>
                </c:pt>
                <c:pt idx="552">
                  <c:v>0.315764</c:v>
                </c:pt>
                <c:pt idx="553">
                  <c:v>0.819105</c:v>
                </c:pt>
                <c:pt idx="554">
                  <c:v>-0.92666</c:v>
                </c:pt>
                <c:pt idx="555">
                  <c:v>-0.080852</c:v>
                </c:pt>
                <c:pt idx="556">
                  <c:v>-0.656088</c:v>
                </c:pt>
                <c:pt idx="557">
                  <c:v>1.003852</c:v>
                </c:pt>
                <c:pt idx="558">
                  <c:v>-0.962509</c:v>
                </c:pt>
                <c:pt idx="559">
                  <c:v>-0.788976</c:v>
                </c:pt>
                <c:pt idx="560">
                  <c:v>-0.512564</c:v>
                </c:pt>
                <c:pt idx="561">
                  <c:v>0.280785</c:v>
                </c:pt>
                <c:pt idx="562">
                  <c:v>0.503352</c:v>
                </c:pt>
                <c:pt idx="563">
                  <c:v>0.456649</c:v>
                </c:pt>
                <c:pt idx="564">
                  <c:v>-1.940174</c:v>
                </c:pt>
                <c:pt idx="565">
                  <c:v>-1.536794</c:v>
                </c:pt>
                <c:pt idx="566">
                  <c:v>-1.273143</c:v>
                </c:pt>
                <c:pt idx="567">
                  <c:v>-1.014207</c:v>
                </c:pt>
                <c:pt idx="568">
                  <c:v>-0.67754</c:v>
                </c:pt>
                <c:pt idx="569">
                  <c:v>0.661755</c:v>
                </c:pt>
                <c:pt idx="570">
                  <c:v>-0.653787</c:v>
                </c:pt>
                <c:pt idx="571">
                  <c:v>-0.187022</c:v>
                </c:pt>
                <c:pt idx="572">
                  <c:v>-0.326987</c:v>
                </c:pt>
                <c:pt idx="573">
                  <c:v>1.066756</c:v>
                </c:pt>
                <c:pt idx="574">
                  <c:v>-1.265302</c:v>
                </c:pt>
                <c:pt idx="575">
                  <c:v>0.021095</c:v>
                </c:pt>
                <c:pt idx="576">
                  <c:v>-0.267049</c:v>
                </c:pt>
                <c:pt idx="577">
                  <c:v>-0.06693</c:v>
                </c:pt>
                <c:pt idx="578">
                  <c:v>-0.004047</c:v>
                </c:pt>
                <c:pt idx="579">
                  <c:v>0.313437</c:v>
                </c:pt>
                <c:pt idx="580">
                  <c:v>-1.927147</c:v>
                </c:pt>
                <c:pt idx="581">
                  <c:v>1.173439</c:v>
                </c:pt>
                <c:pt idx="582">
                  <c:v>-0.645614</c:v>
                </c:pt>
                <c:pt idx="583">
                  <c:v>-1.428165</c:v>
                </c:pt>
                <c:pt idx="584">
                  <c:v>-1.210885</c:v>
                </c:pt>
                <c:pt idx="585">
                  <c:v>0.121791</c:v>
                </c:pt>
                <c:pt idx="586">
                  <c:v>-0.167041</c:v>
                </c:pt>
                <c:pt idx="587">
                  <c:v>-0.116534</c:v>
                </c:pt>
                <c:pt idx="588">
                  <c:v>0.135528</c:v>
                </c:pt>
                <c:pt idx="589">
                  <c:v>0.548812</c:v>
                </c:pt>
                <c:pt idx="590">
                  <c:v>-0.156943</c:v>
                </c:pt>
                <c:pt idx="591">
                  <c:v>0.886496</c:v>
                </c:pt>
                <c:pt idx="592">
                  <c:v>-0.501441</c:v>
                </c:pt>
                <c:pt idx="593">
                  <c:v>0.364201</c:v>
                </c:pt>
                <c:pt idx="594">
                  <c:v>0.776681</c:v>
                </c:pt>
                <c:pt idx="595">
                  <c:v>0.539051</c:v>
                </c:pt>
                <c:pt idx="596">
                  <c:v>0.104728</c:v>
                </c:pt>
                <c:pt idx="597">
                  <c:v>-0.552266</c:v>
                </c:pt>
                <c:pt idx="598">
                  <c:v>-0.538716</c:v>
                </c:pt>
                <c:pt idx="599">
                  <c:v>-0.109965</c:v>
                </c:pt>
                <c:pt idx="600">
                  <c:v>0.874552</c:v>
                </c:pt>
                <c:pt idx="601">
                  <c:v>-0.053996</c:v>
                </c:pt>
                <c:pt idx="602">
                  <c:v>-0.262609</c:v>
                </c:pt>
                <c:pt idx="603">
                  <c:v>-4.063105</c:v>
                </c:pt>
                <c:pt idx="604">
                  <c:v>0.907039</c:v>
                </c:pt>
                <c:pt idx="605">
                  <c:v>-0.176967</c:v>
                </c:pt>
                <c:pt idx="606">
                  <c:v>-0.484513</c:v>
                </c:pt>
                <c:pt idx="607">
                  <c:v>-0.195022</c:v>
                </c:pt>
                <c:pt idx="608">
                  <c:v>-0.076604</c:v>
                </c:pt>
                <c:pt idx="609">
                  <c:v>0.749379</c:v>
                </c:pt>
                <c:pt idx="610">
                  <c:v>0.166766</c:v>
                </c:pt>
                <c:pt idx="611">
                  <c:v>0.243048</c:v>
                </c:pt>
                <c:pt idx="612">
                  <c:v>-0.993753</c:v>
                </c:pt>
                <c:pt idx="613">
                  <c:v>-1.073842</c:v>
                </c:pt>
                <c:pt idx="614">
                  <c:v>-1.705872</c:v>
                </c:pt>
                <c:pt idx="615">
                  <c:v>0.623456</c:v>
                </c:pt>
                <c:pt idx="616">
                  <c:v>0.828569</c:v>
                </c:pt>
                <c:pt idx="617">
                  <c:v>0.49632</c:v>
                </c:pt>
                <c:pt idx="618">
                  <c:v>-1.450029</c:v>
                </c:pt>
                <c:pt idx="619">
                  <c:v>0.088793</c:v>
                </c:pt>
                <c:pt idx="620">
                  <c:v>1.229625</c:v>
                </c:pt>
                <c:pt idx="621">
                  <c:v>0.020212</c:v>
                </c:pt>
                <c:pt idx="622">
                  <c:v>0.388013</c:v>
                </c:pt>
                <c:pt idx="623">
                  <c:v>-3.953542</c:v>
                </c:pt>
                <c:pt idx="624">
                  <c:v>0.485278</c:v>
                </c:pt>
                <c:pt idx="625">
                  <c:v>0.754392</c:v>
                </c:pt>
                <c:pt idx="626">
                  <c:v>-1.309026</c:v>
                </c:pt>
                <c:pt idx="627">
                  <c:v>0.774039</c:v>
                </c:pt>
                <c:pt idx="628">
                  <c:v>-0.431994</c:v>
                </c:pt>
                <c:pt idx="629">
                  <c:v>0.556673</c:v>
                </c:pt>
                <c:pt idx="630">
                  <c:v>0.676889</c:v>
                </c:pt>
                <c:pt idx="631">
                  <c:v>0.117835</c:v>
                </c:pt>
                <c:pt idx="632">
                  <c:v>-0.2101</c:v>
                </c:pt>
                <c:pt idx="633">
                  <c:v>0.645353</c:v>
                </c:pt>
                <c:pt idx="634">
                  <c:v>0.90265</c:v>
                </c:pt>
                <c:pt idx="635">
                  <c:v>0.601234</c:v>
                </c:pt>
                <c:pt idx="636">
                  <c:v>2.04715</c:v>
                </c:pt>
                <c:pt idx="637">
                  <c:v>-0.479875</c:v>
                </c:pt>
                <c:pt idx="638">
                  <c:v>-1.234003</c:v>
                </c:pt>
                <c:pt idx="639">
                  <c:v>-0.201728</c:v>
                </c:pt>
                <c:pt idx="640">
                  <c:v>-1.334212</c:v>
                </c:pt>
                <c:pt idx="641">
                  <c:v>-0.60183</c:v>
                </c:pt>
                <c:pt idx="642">
                  <c:v>-0.318072</c:v>
                </c:pt>
                <c:pt idx="643">
                  <c:v>-0.266536</c:v>
                </c:pt>
                <c:pt idx="644">
                  <c:v>0.792585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付费</c:v>
                </c:pt>
              </c:strCache>
            </c:strRef>
          </c:tx>
          <c:spPr>
            <a:ln w="38100" cap="rnd">
              <a:noFill/>
              <a:prstDash val="solid"/>
              <a:round/>
            </a:ln>
          </c:spPr>
          <c:marker>
            <c:symbol val="triangle"/>
            <c:size val="5"/>
            <c:spPr>
              <a:solidFill>
                <a:srgbClr val="D67A20">
                  <a:alpha val="50000"/>
                </a:srgbClr>
              </a:solidFill>
              <a:ln w="5715">
                <a:solidFill>
                  <a:srgbClr val="D67A20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'Chart Data'!$E$2:$E$78</c:f>
              <c:numCache>
                <c:formatCode>General</c:formatCode>
                <c:ptCount val="77"/>
                <c:pt idx="0">
                  <c:v>-0.463753</c:v>
                </c:pt>
                <c:pt idx="1">
                  <c:v>-0.969294</c:v>
                </c:pt>
                <c:pt idx="2">
                  <c:v>0.085306</c:v>
                </c:pt>
                <c:pt idx="3">
                  <c:v>-0.323551</c:v>
                </c:pt>
                <c:pt idx="4">
                  <c:v>-2.701816</c:v>
                </c:pt>
                <c:pt idx="5">
                  <c:v>-1.510732</c:v>
                </c:pt>
                <c:pt idx="6">
                  <c:v>-1.022691</c:v>
                </c:pt>
                <c:pt idx="7">
                  <c:v>-1.718643</c:v>
                </c:pt>
                <c:pt idx="8">
                  <c:v>-2.299083</c:v>
                </c:pt>
                <c:pt idx="9">
                  <c:v>-1.713276</c:v>
                </c:pt>
                <c:pt idx="10">
                  <c:v>-2.453338</c:v>
                </c:pt>
                <c:pt idx="11">
                  <c:v>-4.339397</c:v>
                </c:pt>
                <c:pt idx="12">
                  <c:v>-1.796744</c:v>
                </c:pt>
                <c:pt idx="13">
                  <c:v>-2.921401</c:v>
                </c:pt>
                <c:pt idx="14">
                  <c:v>-0.150606</c:v>
                </c:pt>
                <c:pt idx="15">
                  <c:v>-3.242168</c:v>
                </c:pt>
                <c:pt idx="16">
                  <c:v>-1.91941</c:v>
                </c:pt>
                <c:pt idx="17">
                  <c:v>-2.544746</c:v>
                </c:pt>
                <c:pt idx="18">
                  <c:v>-1.615915</c:v>
                </c:pt>
                <c:pt idx="19">
                  <c:v>-0.366944</c:v>
                </c:pt>
                <c:pt idx="20">
                  <c:v>-1.739362</c:v>
                </c:pt>
                <c:pt idx="21">
                  <c:v>-0.812281</c:v>
                </c:pt>
                <c:pt idx="22">
                  <c:v>-2.927025</c:v>
                </c:pt>
                <c:pt idx="23">
                  <c:v>0.257764</c:v>
                </c:pt>
                <c:pt idx="24">
                  <c:v>-2.923981</c:v>
                </c:pt>
                <c:pt idx="25">
                  <c:v>-2.899321</c:v>
                </c:pt>
                <c:pt idx="26">
                  <c:v>-0.317323</c:v>
                </c:pt>
                <c:pt idx="27">
                  <c:v>-1.175123</c:v>
                </c:pt>
                <c:pt idx="28">
                  <c:v>-2.463358</c:v>
                </c:pt>
                <c:pt idx="29">
                  <c:v>-0.788065</c:v>
                </c:pt>
                <c:pt idx="30">
                  <c:v>-1.99114</c:v>
                </c:pt>
                <c:pt idx="31">
                  <c:v>-1.810724</c:v>
                </c:pt>
                <c:pt idx="32">
                  <c:v>-2.938269</c:v>
                </c:pt>
                <c:pt idx="33">
                  <c:v>-2.834666</c:v>
                </c:pt>
                <c:pt idx="34">
                  <c:v>-4.632912</c:v>
                </c:pt>
                <c:pt idx="35">
                  <c:v>-3.790316</c:v>
                </c:pt>
                <c:pt idx="36">
                  <c:v>-4.114982</c:v>
                </c:pt>
                <c:pt idx="37">
                  <c:v>-2.934993</c:v>
                </c:pt>
                <c:pt idx="38">
                  <c:v>-2.777176</c:v>
                </c:pt>
                <c:pt idx="39">
                  <c:v>-3.274886</c:v>
                </c:pt>
                <c:pt idx="40">
                  <c:v>-2.738255</c:v>
                </c:pt>
                <c:pt idx="41">
                  <c:v>-0.688985</c:v>
                </c:pt>
                <c:pt idx="42">
                  <c:v>-0.422901</c:v>
                </c:pt>
                <c:pt idx="43">
                  <c:v>-2.778536</c:v>
                </c:pt>
                <c:pt idx="44">
                  <c:v>-1.741243</c:v>
                </c:pt>
                <c:pt idx="45">
                  <c:v>-3.325405</c:v>
                </c:pt>
                <c:pt idx="46">
                  <c:v>-1.150437</c:v>
                </c:pt>
                <c:pt idx="47">
                  <c:v>-2.410881</c:v>
                </c:pt>
                <c:pt idx="48">
                  <c:v>-0.709749</c:v>
                </c:pt>
                <c:pt idx="49">
                  <c:v>-2.204493</c:v>
                </c:pt>
                <c:pt idx="50">
                  <c:v>-0.991</c:v>
                </c:pt>
                <c:pt idx="51">
                  <c:v>0.588465</c:v>
                </c:pt>
                <c:pt idx="52">
                  <c:v>-3.673877</c:v>
                </c:pt>
                <c:pt idx="53">
                  <c:v>-2.634307</c:v>
                </c:pt>
                <c:pt idx="54">
                  <c:v>-1.224052</c:v>
                </c:pt>
                <c:pt idx="55">
                  <c:v>-2.670327</c:v>
                </c:pt>
                <c:pt idx="56">
                  <c:v>-3.807623</c:v>
                </c:pt>
                <c:pt idx="57">
                  <c:v>-2.722073</c:v>
                </c:pt>
                <c:pt idx="58">
                  <c:v>-0.836769</c:v>
                </c:pt>
                <c:pt idx="59">
                  <c:v>-1.01507</c:v>
                </c:pt>
                <c:pt idx="60">
                  <c:v>-1.195909</c:v>
                </c:pt>
                <c:pt idx="61">
                  <c:v>-2.587692</c:v>
                </c:pt>
                <c:pt idx="62">
                  <c:v>-2.851924</c:v>
                </c:pt>
                <c:pt idx="63">
                  <c:v>-3.290875</c:v>
                </c:pt>
                <c:pt idx="64">
                  <c:v>1.121795</c:v>
                </c:pt>
                <c:pt idx="65">
                  <c:v>-2.983735</c:v>
                </c:pt>
                <c:pt idx="66">
                  <c:v>-2.637967</c:v>
                </c:pt>
                <c:pt idx="67">
                  <c:v>-2.722026</c:v>
                </c:pt>
                <c:pt idx="68">
                  <c:v>-2.675806</c:v>
                </c:pt>
                <c:pt idx="69">
                  <c:v>-0.471686</c:v>
                </c:pt>
                <c:pt idx="70">
                  <c:v>-2.397877</c:v>
                </c:pt>
                <c:pt idx="71">
                  <c:v>0.139071</c:v>
                </c:pt>
                <c:pt idx="72">
                  <c:v>-1.301491</c:v>
                </c:pt>
                <c:pt idx="73">
                  <c:v>-2.930802</c:v>
                </c:pt>
                <c:pt idx="74">
                  <c:v>-2.029624</c:v>
                </c:pt>
                <c:pt idx="75">
                  <c:v>-3.043229</c:v>
                </c:pt>
                <c:pt idx="76">
                  <c:v>-0.008154</c:v>
                </c:pt>
              </c:numCache>
            </c:numRef>
          </c:xVal>
          <c:yVal>
            <c:numRef>
              <c:f>'Chart Data'!$F$2:$F$78</c:f>
              <c:numCache>
                <c:formatCode>General</c:formatCode>
                <c:ptCount val="77"/>
                <c:pt idx="0">
                  <c:v>2.999561</c:v>
                </c:pt>
                <c:pt idx="1">
                  <c:v>2.61647</c:v>
                </c:pt>
                <c:pt idx="2">
                  <c:v>3.523368</c:v>
                </c:pt>
                <c:pt idx="3">
                  <c:v>3.048089</c:v>
                </c:pt>
                <c:pt idx="4">
                  <c:v>0.631799</c:v>
                </c:pt>
                <c:pt idx="5">
                  <c:v>2.653766</c:v>
                </c:pt>
                <c:pt idx="6">
                  <c:v>2.826225</c:v>
                </c:pt>
                <c:pt idx="7">
                  <c:v>3.11096</c:v>
                </c:pt>
                <c:pt idx="8">
                  <c:v>3.72837</c:v>
                </c:pt>
                <c:pt idx="9">
                  <c:v>1.337437</c:v>
                </c:pt>
                <c:pt idx="10">
                  <c:v>4.891156</c:v>
                </c:pt>
                <c:pt idx="11">
                  <c:v>4.787573</c:v>
                </c:pt>
                <c:pt idx="12">
                  <c:v>3.382787</c:v>
                </c:pt>
                <c:pt idx="13">
                  <c:v>2.424037</c:v>
                </c:pt>
                <c:pt idx="14">
                  <c:v>2.427917</c:v>
                </c:pt>
                <c:pt idx="15">
                  <c:v>0.912724</c:v>
                </c:pt>
                <c:pt idx="16">
                  <c:v>2.06548</c:v>
                </c:pt>
                <c:pt idx="17">
                  <c:v>3.099355</c:v>
                </c:pt>
                <c:pt idx="18">
                  <c:v>2.428749</c:v>
                </c:pt>
                <c:pt idx="19">
                  <c:v>2.299864</c:v>
                </c:pt>
                <c:pt idx="20">
                  <c:v>1.72889</c:v>
                </c:pt>
                <c:pt idx="21">
                  <c:v>1.883491</c:v>
                </c:pt>
                <c:pt idx="22">
                  <c:v>1.625234</c:v>
                </c:pt>
                <c:pt idx="23">
                  <c:v>3.433716</c:v>
                </c:pt>
                <c:pt idx="24">
                  <c:v>2.324334</c:v>
                </c:pt>
                <c:pt idx="25">
                  <c:v>0.815936</c:v>
                </c:pt>
                <c:pt idx="26">
                  <c:v>2.52259</c:v>
                </c:pt>
                <c:pt idx="27">
                  <c:v>2.334308</c:v>
                </c:pt>
                <c:pt idx="28">
                  <c:v>4.002484</c:v>
                </c:pt>
                <c:pt idx="29">
                  <c:v>2.382293</c:v>
                </c:pt>
                <c:pt idx="30">
                  <c:v>2.654224</c:v>
                </c:pt>
                <c:pt idx="31">
                  <c:v>1.877763</c:v>
                </c:pt>
                <c:pt idx="32">
                  <c:v>0.262537</c:v>
                </c:pt>
                <c:pt idx="33">
                  <c:v>8.250273</c:v>
                </c:pt>
                <c:pt idx="34">
                  <c:v>6.659303</c:v>
                </c:pt>
                <c:pt idx="35">
                  <c:v>8.11691</c:v>
                </c:pt>
                <c:pt idx="36">
                  <c:v>8.244739</c:v>
                </c:pt>
                <c:pt idx="37">
                  <c:v>2.265324</c:v>
                </c:pt>
                <c:pt idx="38">
                  <c:v>2.482349</c:v>
                </c:pt>
                <c:pt idx="39">
                  <c:v>2.398629</c:v>
                </c:pt>
                <c:pt idx="40">
                  <c:v>1.377209</c:v>
                </c:pt>
                <c:pt idx="41">
                  <c:v>3.046353</c:v>
                </c:pt>
                <c:pt idx="42">
                  <c:v>2.900523</c:v>
                </c:pt>
                <c:pt idx="43">
                  <c:v>2.501809</c:v>
                </c:pt>
                <c:pt idx="44">
                  <c:v>1.164518</c:v>
                </c:pt>
                <c:pt idx="45">
                  <c:v>2.141024</c:v>
                </c:pt>
                <c:pt idx="46">
                  <c:v>1.365059</c:v>
                </c:pt>
                <c:pt idx="47">
                  <c:v>2.964479</c:v>
                </c:pt>
                <c:pt idx="48">
                  <c:v>1.442849</c:v>
                </c:pt>
                <c:pt idx="49">
                  <c:v>1.147216</c:v>
                </c:pt>
                <c:pt idx="50">
                  <c:v>3.651487</c:v>
                </c:pt>
                <c:pt idx="51">
                  <c:v>3.214148</c:v>
                </c:pt>
                <c:pt idx="52">
                  <c:v>5.510594</c:v>
                </c:pt>
                <c:pt idx="53">
                  <c:v>2.212306</c:v>
                </c:pt>
                <c:pt idx="54">
                  <c:v>2.281405</c:v>
                </c:pt>
                <c:pt idx="55">
                  <c:v>3.870309</c:v>
                </c:pt>
                <c:pt idx="56">
                  <c:v>2.737138</c:v>
                </c:pt>
                <c:pt idx="57">
                  <c:v>1.048892</c:v>
                </c:pt>
                <c:pt idx="58">
                  <c:v>3.034914</c:v>
                </c:pt>
                <c:pt idx="59">
                  <c:v>4.144589</c:v>
                </c:pt>
                <c:pt idx="60">
                  <c:v>1.923935</c:v>
                </c:pt>
                <c:pt idx="61">
                  <c:v>3.151925</c:v>
                </c:pt>
                <c:pt idx="62">
                  <c:v>1.745566</c:v>
                </c:pt>
                <c:pt idx="63">
                  <c:v>1.134219</c:v>
                </c:pt>
                <c:pt idx="64">
                  <c:v>2.631726</c:v>
                </c:pt>
                <c:pt idx="65">
                  <c:v>1.963726</c:v>
                </c:pt>
                <c:pt idx="66">
                  <c:v>1.422844</c:v>
                </c:pt>
                <c:pt idx="67">
                  <c:v>1.993963</c:v>
                </c:pt>
                <c:pt idx="68">
                  <c:v>1.548095</c:v>
                </c:pt>
                <c:pt idx="69">
                  <c:v>1.736935</c:v>
                </c:pt>
                <c:pt idx="70">
                  <c:v>1.107041</c:v>
                </c:pt>
                <c:pt idx="71">
                  <c:v>2.347972</c:v>
                </c:pt>
                <c:pt idx="72">
                  <c:v>2.904917</c:v>
                </c:pt>
                <c:pt idx="73">
                  <c:v>0.372072</c:v>
                </c:pt>
                <c:pt idx="74">
                  <c:v>2.209822</c:v>
                </c:pt>
                <c:pt idx="75">
                  <c:v>2.189956</c:v>
                </c:pt>
                <c:pt idx="76">
                  <c:v>2.529912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4"/>
          <c:min val="-5"/>
        </c:scaling>
        <c:delete val="0"/>
        <c:axPos val="b"/>
        <c:majorGridlines>
          <c:spPr>
            <a:ln w="7620">
              <a:solidFill>
                <a:srgbClr val="E1E7EE"/>
              </a:solidFill>
              <a:prstDash val="solid"/>
              <a:round/>
            </a:ln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solidFill>
                      <a:srgbClr val="19314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主成分 1（47.9%）</a:t>
                </a:r>
                <a:endParaRPr sz="1425">
                  <a:solidFill>
                    <a:srgbClr val="19314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C3CED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At val="-6"/>
        <c:crossBetween val="midCat"/>
      </c:valAx>
      <c:valAx>
        <c:axId val="48672768"/>
        <c:scaling>
          <c:orientation val="minMax"/>
          <c:max val="10"/>
          <c:min val="-6"/>
        </c:scaling>
        <c:delete val="0"/>
        <c:axPos val="l"/>
        <c:majorGridlines>
          <c:spPr>
            <a:ln w="7620">
              <a:solidFill>
                <a:srgbClr val="E1E7E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solidFill>
                      <a:srgbClr val="19314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主成分 2（19.3%）</a:t>
                </a:r>
                <a:endParaRPr sz="1425">
                  <a:solidFill>
                    <a:srgbClr val="19314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C3CED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At val="-5"/>
        <c:crossBetween val="midCat"/>
      </c:valAx>
    </c:plotArea>
    <c:plotVisOnly val="1"/>
    <c:dispBlanksAs val="gap"/>
    <c:showDLblsOverMax val="0"/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【建议用时】15 秒；累计 0:00—0:15</a:t>
            </a:r>
          </a:p>
          <a:p/>
          <a:p>
            <a:r>
              <a:t>【讲稿】</a:t>
            </a:r>
          </a:p>
          <a:p>
            <a:r>
              <a:t>大家好，我们的项目是 Google Play 数据处理智能体。它把数据质量检查、模型策略规划、工具执行与聚类连接起来。今天沿着问题、方案、证据和使用这条主线展开。</a:t>
            </a:r>
          </a:p>
          <a:p/>
          <a:p>
            <a:r>
              <a:t>【来源】</a:t>
            </a:r>
          </a:p>
          <a:p>
            <a:r>
              <a:t>修订版项目报告与仓库快照 ab0cd83a4e04128283bca33ed37dcf7495041d84</a:t>
            </a:r>
          </a:p>
          <a:p>
            <a:r>
              <a:t>https://github.com/zjw-buaa/Data-Mining-sol/blob/ab0cd83a4e04128283bca33ed37dcf7495041d84/README.md</a:t>
            </a:r>
          </a:p>
          <a:p>
            <a:r>
              <a:t>https://github.com/zjw-buaa/Data-Mining-sol/blob/ab0cd83a4e04128283bca33ed37dcf7495041d84/docs/PROJECT.md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【建议用时】35 秒；累计 0:15—0:50</a:t>
            </a:r>
          </a:p>
          <a:p/>
          <a:p>
            <a:r>
              <a:t>【讲稿】</a:t>
            </a:r>
          </a:p>
          <a:p>
            <a:r>
              <a:t>项目希望先把商店记录整理成可比较的数据，再用簇画像辅助应用比较与筛选。开发者和分析人员可以先了解不同规模、收费方式的应用群体，再结合类别与需求缩小范围。重复检查和转换交给工具，人工重点放在策略判断和业务解释。数据来自 Google Play 历史快照，共一万零八百四十一条记录、十三个字段；其中评分、评论数、大小、安装档位和价格用于聚类，其余字段辅助检查、筛选与追溯。</a:t>
            </a:r>
          </a:p>
          <a:p/>
          <a:p>
            <a:r>
              <a:t>【来源】</a:t>
            </a:r>
          </a:p>
          <a:p>
            <a:r>
              <a:t>用户提供的项目报告.pdf，第 1–2 页。</a:t>
            </a:r>
          </a:p>
          <a:p>
            <a:r>
              <a:t>https://github.com/zjw-buaa/Data-Mining-sol/blob/ab0cd83a4e04128283bca33ed37dcf7495041d84/data/README.md</a:t>
            </a:r>
          </a:p>
          <a:p>
            <a:r>
              <a:t>https://github.com/zjw-buaa/Data-Mining-sol/blob/ab0cd83a4e04128283bca33ed37dcf7495041d84/docs/PROJECT.md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【建议用时】40 秒；累计 0:50—1:30</a:t>
            </a:r>
          </a:p>
          <a:p/>
          <a:p>
            <a:r>
              <a:t>【讲稿】</a:t>
            </a:r>
          </a:p>
          <a:p>
            <a:r>
              <a:t>按照报告中的检查结果，问题主要分为六类。评分缺失一千四百七十四条，其中八百七十八条有评论，但仍不能恢复真实评分。完全重复的多余记录有四百八十三条，按全部十三个字段识别。核心字段错位只有一条，评分、评论量、安装量和价格同时异常。大小既有 M、k 两种单位，也有一千六百九十五条随设备变化的状态。其他非建模字段的缺失分别记录，不因此整行删除。这些统计可能重叠，因此不能相加当作异常总数。</a:t>
            </a:r>
          </a:p>
          <a:p/>
          <a:p>
            <a:r>
              <a:t>【来源】</a:t>
            </a:r>
          </a:p>
          <a:p>
            <a:r>
              <a:t>用户提供的项目报告.pdf，第 2 页。</a:t>
            </a:r>
          </a:p>
          <a:p>
            <a:r>
              <a:t>https://github.com/zjw-buaa/Data-Mining-sol/blob/ab0cd83a4e04128283bca33ed37dcf7495041d84/results/final/quality_before.json</a:t>
            </a:r>
          </a:p>
          <a:p>
            <a:r>
              <a:t>https://github.com/zjw-buaa/Data-Mining-sol/blob/ab0cd83a4e04128283bca33ed37dcf7495041d84/src/quality.py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【建议用时】50 秒；累计 1:30—2:20</a:t>
            </a:r>
          </a:p>
          <a:p/>
          <a:p>
            <a:r>
              <a:t>【讲稿】</a:t>
            </a:r>
          </a:p>
          <a:p>
            <a:r>
              <a:t>这张图保留规划、执行和结果三层。原始数据一方面生成质量统计与四条样例，交给 DeepSeek 选择策略；另一方面交给本地工具做解析。模型返回 JSON 策略与理由，通过字段、类型和枚举校验后进入执行层。工具依次进行严格解析、异常隔离、精确去重和缺失处理，再保存清洗档案。统一的特征处理与 K-means 生成聚类标签和簇画像。输入哈希、请求响应、工具事件和逐条变更会同时保存。校验失败时反馈错误再请求一次，API 错误则停止。</a:t>
            </a:r>
          </a:p>
          <a:p/>
          <a:p>
            <a:r>
              <a:t>【来源】</a:t>
            </a:r>
          </a:p>
          <a:p>
            <a:r>
              <a:t>用户提供的项目报告.pdf，第 3、8 页。</a:t>
            </a:r>
          </a:p>
          <a:p>
            <a:r>
              <a:t>https://github.com/zjw-buaa/Data-Mining-sol/blob/ab0cd83a4e04128283bca33ed37dcf7495041d84/src/agent.py</a:t>
            </a:r>
          </a:p>
          <a:p>
            <a:r>
              <a:t>https://github.com/zjw-buaa/Data-Mining-sol/blob/ab0cd83a4e04128283bca33ed37dcf7495041d84/src/quality.py</a:t>
            </a:r>
          </a:p>
          <a:p>
            <a:r>
              <a:t>https://github.com/zjw-buaa/Data-Mining-sol/blob/ab0cd83a4e04128283bca33ed37dcf7495041d84/src/pipeline.py</a:t>
            </a:r>
          </a:p>
          <a:p>
            <a:r>
              <a:t>https://github.com/zjw-buaa/Data-Mining-sol/blob/ab0cd83a4e04128283bca33ed37dcf7495041d84/src/clustering.py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【建议用时】45 秒；累计 2:20—3:05</a:t>
            </a:r>
          </a:p>
          <a:p/>
          <a:p>
            <a:r>
              <a:t>【讲稿】</a:t>
            </a:r>
          </a:p>
          <a:p>
            <a:r>
              <a:t>模型调用与报告保持一致：主实验使用 deepseek-flash，请求 JSON 对象输出，关闭 thinking，最大输出四千零九十六 tokens，未显式设置温度或生成随机种子。输入是质量统计和编号二十四、三十八、四十三、五十三的四条原始样例，不发送整表。提示词限定只能返回策略与理由，不按名称合并，也不能输出代码。实际选择是去重、评分不填补、大小按类别中位数填补，同类有效观测不足二十条时回退全局。主实验输入一千一百八十、输出二百三十二 tokens，耗时约二点一二秒，账单费用未记录。</a:t>
            </a:r>
          </a:p>
          <a:p/>
          <a:p>
            <a:r>
              <a:t>【来源】</a:t>
            </a:r>
          </a:p>
          <a:p>
            <a:r>
              <a:t>用户提供的项目报告.pdf，第 7 页。</a:t>
            </a:r>
          </a:p>
          <a:p>
            <a:r>
              <a:t>https://github.com/zjw-buaa/Data-Mining-sol/blob/ab0cd83a4e04128283bca33ed37dcf7495041d84/results/final/agent_status.json</a:t>
            </a:r>
          </a:p>
          <a:p>
            <a:r>
              <a:t>https://github.com/zjw-buaa/Data-Mining-sol/blob/ab0cd83a4e04128283bca33ed37dcf7495041d84/results/final/logs/pipeline.jsonl</a:t>
            </a:r>
          </a:p>
          <a:p>
            <a:r>
              <a:t>https://github.com/zjw-buaa/Data-Mining-sol/blob/ab0cd83a4e04128283bca33ed37dcf7495041d84/src/agent.py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【建议用时】40 秒；累计 3:05—3:45</a:t>
            </a:r>
          </a:p>
          <a:p/>
          <a:p>
            <a:r>
              <a:t>【讲稿】</a:t>
            </a:r>
          </a:p>
          <a:p>
            <a:r>
              <a:t>三组不是重复做同一个实验。最低必要处理只做安全解析与隔离，回答不主动填补时能用多少数据；固定规则统一去重并填补评分和大小，作为简单可复现的参照；智能体组展示一次真实模型决策的取舍。三组都使用相同的五项特征、变换、共享标准化器以及 K-means 设置。这样既能看样本覆盖发生了什么变化，也能通过共同样本对照检查：差异究竟来自处理策略，还是相同输入上的算法变化。</a:t>
            </a:r>
          </a:p>
          <a:p/>
          <a:p>
            <a:r>
              <a:t>【来源】</a:t>
            </a:r>
          </a:p>
          <a:p>
            <a:r>
              <a:t>修订版项目报告与仓库快照 ab0cd83a4e04128283bca33ed37dcf7495041d84</a:t>
            </a:r>
          </a:p>
          <a:p>
            <a:r>
              <a:t>https://github.com/zjw-buaa/Data-Mining-sol/blob/ab0cd83a4e04128283bca33ed37dcf7495041d84/results/final/comparison.csv</a:t>
            </a:r>
          </a:p>
          <a:p>
            <a:r>
              <a:t>https://github.com/zjw-buaa/Data-Mining-sol/blob/ab0cd83a4e04128283bca33ed37dcf7495041d84/results/final/shared_scaler.json</a:t>
            </a:r>
          </a:p>
          <a:p>
            <a:r>
              <a:t>https://github.com/zjw-buaa/Data-Mining-sol/blob/ab0cd83a4e04128283bca33ed37dcf7495041d84/src/clustering.py</a:t>
            </a:r>
          </a:p>
          <a:p>
            <a:r>
              <a:t>https://github.com/zjw-buaa/Data-Mining-sol/blob/ab0cd83a4e04128283bca33ed37dcf7495041d84/src/quality.py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【建议用时】55 秒；累计 3:45—4:40</a:t>
            </a:r>
          </a:p>
          <a:p/>
          <a:p>
            <a:r>
              <a:t>【讲稿】</a:t>
            </a:r>
          </a:p>
          <a:p>
            <a:r>
              <a:t>这页分两步看。先看记录数量：最低必要组不填补，只有七千七百二十九条特征完整记录能聚类；固定规则补齐评分和大小，因此有一万零三百五十七条；智能体不补评分，所以比固定规则少一千四百六十五条，这些记录仍保留在清洗档案里。三组参与的记录不同，因此轮廓系数不能直接排名。再把输入换成共同的七千四百二十四条完整记录，三组特征相同，统一分四簇，结果完全一致。ARI 是分组一致性指标，等于一就表示谁与谁同组的判断相同。说明本次策略主要影响记录能否参与聚类，以及缺失特征怎样填补。</a:t>
            </a:r>
          </a:p>
          <a:p/>
          <a:p>
            <a:r>
              <a:t>【来源】</a:t>
            </a:r>
          </a:p>
          <a:p>
            <a:r>
              <a:t>修订版项目报告与仓库快照 ab0cd83a4e04128283bca33ed37dcf7495041d84</a:t>
            </a:r>
          </a:p>
          <a:p>
            <a:r>
              <a:t>https://github.com/zjw-buaa/Data-Mining-sol/blob/ab0cd83a4e04128283bca33ed37dcf7495041d84/results/final/comparison.csv</a:t>
            </a:r>
          </a:p>
          <a:p>
            <a:r>
              <a:t>https://github.com/zjw-buaa/Data-Mining-sol/blob/ab0cd83a4e04128283bca33ed37dcf7495041d84/results/final/common_group_ari.csv</a:t>
            </a:r>
          </a:p>
          <a:p>
            <a:r>
              <a:t>https://github.com/zjw-buaa/Data-Mining-sol/blob/ab0cd83a4e04128283bca33ed37dcf7495041d84/results/final/common_metrics.csv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【建议用时】45 秒；累计 4:40—5:25</a:t>
            </a:r>
          </a:p>
          <a:p/>
          <a:p>
            <a:r>
              <a:t>【讲稿】</a:t>
            </a:r>
          </a:p>
          <a:p>
            <a:r>
              <a:t>清洗之后，我们把可用记录按相似特征组织成三个应用群体。较大规模免费组有四千七百一十二条，安装档位下界的中位数为五百万；较小规模免费组有三千六百九十三条，对应一万；付费组四百八十七条，价格中位数三点九九美元。这些画像对应前面提出的应用比较与筛选：先找到规模和收费方式接近的候选群体，再结合类别与需求缩小范围。它们不是应用质量排名。左图只是既有分群的二维投影，没有重新聚类。</a:t>
            </a:r>
          </a:p>
          <a:p/>
          <a:p>
            <a:r>
              <a:t>【来源】</a:t>
            </a:r>
          </a:p>
          <a:p>
            <a:r>
              <a:t>修订版项目报告与仓库快照 ab0cd83a4e04128283bca33ed37dcf7495041d84</a:t>
            </a:r>
          </a:p>
          <a:p>
            <a:r>
              <a:t>https://github.com/zjw-buaa/Data-Mining-sol/blob/ab0cd83a4e04128283bca33ed37dcf7495041d84/results/final/agent/clusters.csv</a:t>
            </a:r>
          </a:p>
          <a:p>
            <a:r>
              <a:t>https://github.com/zjw-buaa/Data-Mining-sol/blob/ab0cd83a4e04128283bca33ed37dcf7495041d84/results/final/agent/cluster_profiles.csv</a:t>
            </a:r>
          </a:p>
          <a:p>
            <a:r>
              <a:t>https://github.com/zjw-buaa/Data-Mining-sol/blob/ab0cd83a4e04128283bca33ed37dcf7495041d84/results/final/shared_scaler.json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【建议用时】40 秒；累计 5:25—6:05</a:t>
            </a:r>
          </a:p>
          <a:p/>
          <a:p>
            <a:r>
              <a:t>【讲稿】</a:t>
            </a:r>
          </a:p>
          <a:p>
            <a:r>
              <a:t>这一页把证据串起来。左侧是主实验的实际时间线，从发送请求、返回策略，到解析隔离、去重、评分与大小策略，最后验证记录数，每一步都能在日志里找到。右侧三种核验分别回答三个问题：十二项人工案例检查处理是否合理；三次补充调用检查决策是否一致，去重与评分一致，但大小策略变化；离线回放检查能否从原始数据和已保存策略重新计算。四次真实调用都一次通过校验，没有实际失败重试，因此我们把运行事实与预设错误处理机制分开记录。</a:t>
            </a:r>
          </a:p>
          <a:p/>
          <a:p>
            <a:r>
              <a:t>【来源】</a:t>
            </a:r>
          </a:p>
          <a:p>
            <a:r>
              <a:t>修订版项目报告与仓库快照 ab0cd83a4e04128283bca33ed37dcf7495041d84</a:t>
            </a:r>
          </a:p>
          <a:p>
            <a:r>
              <a:t>https://github.com/zjw-buaa/Data-Mining-sol/blob/ab0cd83a4e04128283bca33ed37dcf7495041d84/results/final/logs/pipeline.jsonl</a:t>
            </a:r>
          </a:p>
          <a:p>
            <a:r>
              <a:t>https://github.com/zjw-buaa/Data-Mining-sol/blob/ab0cd83a4e04128283bca33ed37dcf7495041d84/docs/review/records.csv</a:t>
            </a:r>
          </a:p>
          <a:p>
            <a:r>
              <a:t>https://github.com/zjw-buaa/Data-Mining-sol/blob/ab0cd83a4e04128283bca33ed37dcf7495041d84/docs/REPRODUCE.md</a:t>
            </a:r>
          </a:p>
          <a:p>
            <a:r>
              <a:t>https://github.com/zjw-buaa/Data-Mining-sol/blob/ab0cd83a4e04128283bca33ed37dcf7495041d84/src/agent.py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【建议用时】30 秒；累计 6:05—6:35</a:t>
            </a:r>
          </a:p>
          <a:p/>
          <a:p>
            <a:r>
              <a:t>【讲稿】</a:t>
            </a:r>
          </a:p>
          <a:p>
            <a:r>
              <a:t>使用分三步。第一步，安装 Python 三点一二，下载仓库，创建虚拟环境，安装锁定依赖并运行测试。第二步，执行离线回放命令，不需要密钥，程序会读取原始数据和保存的策略重新处理并聚类。第三步，看到 verified 后，在新的回放目录里查看三组对比和簇画像。若要获得一次新的模型决策，再执行底部脚本，按隐藏提示输入自己的 API 密钥。</a:t>
            </a:r>
          </a:p>
          <a:p/>
          <a:p>
            <a:r>
              <a:t>【来源】</a:t>
            </a:r>
          </a:p>
          <a:p>
            <a:r>
              <a:t>用户提供的项目报告.pdf，第 4 页。</a:t>
            </a:r>
          </a:p>
          <a:p>
            <a:r>
              <a:t>https://github.com/zjw-buaa/Data-Mining-sol/blob/ab0cd83a4e04128283bca33ed37dcf7495041d84/README.md</a:t>
            </a:r>
          </a:p>
          <a:p>
            <a:r>
              <a:t>https://github.com/zjw-buaa/Data-Mining-sol/blob/ab0cd83a4e04128283bca33ed37dcf7495041d84/docs/REPRODUCE.md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【建议用时】25 秒；累计 6:35—7:00</a:t>
            </a:r>
          </a:p>
          <a:p/>
          <a:p>
            <a:r>
              <a:t>【讲稿】</a:t>
            </a:r>
          </a:p>
          <a:p>
            <a:r>
              <a:t>项目完成了从质量检查、策略规划到聚类分析的完整流程。模型负责策略选择，本地工具执行转换和计算，每项处理都可以按记录编号追溯。三组对照展示了样本覆盖的变化，人工复核、重复调用和离线回放补充了规则执行、一致性和复现方面的证据。小组按整体统筹、数据文档、实验分析和质量复核四个方向协作。谢谢大家。</a:t>
            </a:r>
          </a:p>
          <a:p/>
          <a:p>
            <a:r>
              <a:t>【来源】</a:t>
            </a:r>
          </a:p>
          <a:p>
            <a:r>
              <a:t>用户提供的项目报告.pdf，第 10 页。</a:t>
            </a:r>
          </a:p>
          <a:p>
            <a:r>
              <a:t>https://github.com/zjw-buaa/Data-Mining-sol/blob/ab0cd83a4e04128283bca33ed37dcf7495041d84/docs/PROJECT.md</a:t>
            </a:r>
          </a:p>
          <a:p>
            <a:r>
              <a:t>https://github.com/zjw-buaa/Data-Mining-sol/blob/ab0cd83a4e04128283bca33ed37dcf7495041d84/docs/CONTRIBUTIONS.md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hyperlink" Target="https://github.com/zjw-buaa/Data-Mining-so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数据仓库与数据挖掘 · 项目汇报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数据挖掘课程汇报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Google Play 数据处理智能体"/>
          <p:cNvSpPr>
            <a:spLocks noGrp="1"/>
          </p:cNvSpPr>
          <p:nvPr/>
        </p:nvSpPr>
        <p:spPr>
          <a:xfrm>
            <a:off x="304800" y="6553200"/>
            <a:ext cx="7762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Play 数据处理智能体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D67A20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Google Play"/>
          <p:cNvSpPr>
            <a:spLocks noGrp="1"/>
          </p:cNvSpPr>
          <p:nvPr/>
        </p:nvSpPr>
        <p:spPr>
          <a:xfrm>
            <a:off x="409575" y="1123950"/>
            <a:ext cx="65722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9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Play</a:t>
            </a:r>
            <a:endParaRPr sz="3975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数据处理智能体"/>
          <p:cNvSpPr>
            <a:spLocks noGrp="1"/>
          </p:cNvSpPr>
          <p:nvPr/>
        </p:nvSpPr>
        <p:spPr>
          <a:xfrm>
            <a:off x="409575" y="1809750"/>
            <a:ext cx="690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数据处理智能体</a:t>
            </a:r>
            <a:endParaRPr sz="4050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从原始记录到应用分群的可追溯工作流"/>
          <p:cNvSpPr>
            <a:spLocks noGrp="1"/>
          </p:cNvSpPr>
          <p:nvPr/>
        </p:nvSpPr>
        <p:spPr>
          <a:xfrm>
            <a:off x="447675" y="2743200"/>
            <a:ext cx="6705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从原始记录到应用分群的可追溯工作流</a:t>
            </a:r>
            <a:endParaRPr sz="202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47675" y="3381375"/>
            <a:ext cx="1466850" cy="295275"/>
          </a:xfrm>
          <a:prstGeom prst="roundRect">
            <a:avLst>
              <a:gd name="adj" fmla="val 9677"/>
            </a:avLst>
          </a:prstGeom>
          <a:solidFill>
            <a:srgbClr val="EEF5FD"/>
          </a:solidFill>
          <a:ln w="0">
            <a:noFill/>
            <a:prstDash val="solid"/>
          </a:ln>
        </p:spPr>
      </p:sp>
      <p:sp>
        <p:nvSpPr>
          <p:cNvPr id="18" name="质量分析"/>
          <p:cNvSpPr>
            <a:spLocks noGrp="1"/>
          </p:cNvSpPr>
          <p:nvPr/>
        </p:nvSpPr>
        <p:spPr>
          <a:xfrm>
            <a:off x="504825" y="3400425"/>
            <a:ext cx="1352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质量分析</a:t>
            </a:r>
            <a:endParaRPr sz="165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066925" y="3381375"/>
            <a:ext cx="1466850" cy="295275"/>
          </a:xfrm>
          <a:prstGeom prst="roundRect">
            <a:avLst>
              <a:gd name="adj" fmla="val 9677"/>
            </a:avLst>
          </a:prstGeom>
          <a:solidFill>
            <a:srgbClr val="F3EFF9"/>
          </a:solidFill>
          <a:ln w="0">
            <a:noFill/>
            <a:prstDash val="solid"/>
          </a:ln>
        </p:spPr>
      </p:sp>
      <p:sp>
        <p:nvSpPr>
          <p:cNvPr id="20" name="模型规划"/>
          <p:cNvSpPr>
            <a:spLocks noGrp="1"/>
          </p:cNvSpPr>
          <p:nvPr/>
        </p:nvSpPr>
        <p:spPr>
          <a:xfrm>
            <a:off x="2124075" y="3400425"/>
            <a:ext cx="1352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模型规划</a:t>
            </a:r>
            <a:endParaRPr sz="165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3686175" y="3381375"/>
            <a:ext cx="1466850" cy="295275"/>
          </a:xfrm>
          <a:prstGeom prst="roundRect">
            <a:avLst>
              <a:gd name="adj" fmla="val 9677"/>
            </a:avLst>
          </a:prstGeom>
          <a:solidFill>
            <a:srgbClr val="EAF7F5"/>
          </a:solidFill>
          <a:ln w="0">
            <a:noFill/>
            <a:prstDash val="solid"/>
          </a:ln>
        </p:spPr>
      </p:sp>
      <p:sp>
        <p:nvSpPr>
          <p:cNvPr id="22" name="工具执行"/>
          <p:cNvSpPr>
            <a:spLocks noGrp="1"/>
          </p:cNvSpPr>
          <p:nvPr/>
        </p:nvSpPr>
        <p:spPr>
          <a:xfrm>
            <a:off x="3743325" y="3400425"/>
            <a:ext cx="1352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工具执行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305425" y="3381375"/>
            <a:ext cx="1466850" cy="295275"/>
          </a:xfrm>
          <a:prstGeom prst="roundRect">
            <a:avLst>
              <a:gd name="adj" fmla="val 9677"/>
            </a:avLst>
          </a:prstGeom>
          <a:solidFill>
            <a:srgbClr val="FFF4E5"/>
          </a:solidFill>
          <a:ln w="0">
            <a:noFill/>
            <a:prstDash val="solid"/>
          </a:ln>
        </p:spPr>
      </p:sp>
      <p:sp>
        <p:nvSpPr>
          <p:cNvPr id="24" name="结果复算"/>
          <p:cNvSpPr>
            <a:spLocks noGrp="1"/>
          </p:cNvSpPr>
          <p:nvPr/>
        </p:nvSpPr>
        <p:spPr>
          <a:xfrm>
            <a:off x="5362575" y="3400425"/>
            <a:ext cx="1352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</a:t>
            </a:r>
            <a:r>
              <a:rPr lang="zh-CN"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分群</a:t>
            </a:r>
            <a:endParaRPr lang="zh-CN" sz="165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0,841 条记录"/>
          <p:cNvSpPr>
            <a:spLocks noGrp="1"/>
          </p:cNvSpPr>
          <p:nvPr/>
        </p:nvSpPr>
        <p:spPr>
          <a:xfrm>
            <a:off x="457200" y="4019550"/>
            <a:ext cx="29813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10,841 条记录</a:t>
            </a:r>
            <a:endParaRPr sz="225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13 个原始字段"/>
          <p:cNvSpPr>
            <a:spLocks noGrp="1"/>
          </p:cNvSpPr>
          <p:nvPr/>
        </p:nvSpPr>
        <p:spPr>
          <a:xfrm>
            <a:off x="3476625" y="4019550"/>
            <a:ext cx="31623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个原始字段</a:t>
            </a:r>
            <a:endParaRPr sz="22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闫灿宇　周静雯　戴想然　赵思嘉"/>
          <p:cNvSpPr>
            <a:spLocks noGrp="1"/>
          </p:cNvSpPr>
          <p:nvPr/>
        </p:nvSpPr>
        <p:spPr>
          <a:xfrm>
            <a:off x="457200" y="4657725"/>
            <a:ext cx="63531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项目成员：</a:t>
            </a:r>
            <a:r>
              <a: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闫灿宇</a:t>
            </a:r>
            <a:r>
              <a:rPr lang="zh-CN"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周静雯</a:t>
            </a:r>
            <a:r>
              <a:rPr lang="zh-CN"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戴想然</a:t>
            </a:r>
            <a:r>
              <a:rPr lang="zh-CN"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7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赵思嘉</a:t>
            </a:r>
            <a:endParaRPr sz="172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https://github.com/zjw-buaa/Data-Mining-sol"/>
          <p:cNvSpPr>
            <a:spLocks noGrp="1"/>
          </p:cNvSpPr>
          <p:nvPr/>
        </p:nvSpPr>
        <p:spPr>
          <a:xfrm>
            <a:off x="457200" y="5162550"/>
            <a:ext cx="6524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https://github.com/zjw-buaa/Data-Mining-sol</a:t>
            </a:r>
            <a:endParaRPr sz="1575" b="0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5" y="1000125"/>
            <a:ext cx="443865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1. 项目背景与数据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项目背景与数据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2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来源：项目报告 §1–2；Kaggle / lava18，Google Play Store Apps 历史快照"/>
          <p:cNvSpPr>
            <a:spLocks noGrp="1"/>
          </p:cNvSpPr>
          <p:nvPr/>
        </p:nvSpPr>
        <p:spPr>
          <a:xfrm>
            <a:off x="304800" y="6553200"/>
            <a:ext cx="828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来源：项目报告 §1–2；Kaggle / lava18，Google Play Store Apps 历史快照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D67A20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13"/>
          <p:cNvSpPr>
            <a:spLocks noGrp="1"/>
          </p:cNvSpPr>
          <p:nvPr/>
        </p:nvSpPr>
        <p:spPr>
          <a:xfrm>
            <a:off x="323850" y="809625"/>
            <a:ext cx="11553825" cy="819150"/>
          </a:xfrm>
          <a:prstGeom prst="roundRect">
            <a:avLst>
              <a:gd name="adj" fmla="val 5814"/>
            </a:avLst>
          </a:prstGeom>
          <a:solidFill>
            <a:srgbClr val="FFF4E5"/>
          </a:solidFill>
          <a:ln w="10478">
            <a:solidFill>
              <a:srgbClr val="D67A20"/>
            </a:solidFill>
            <a:prstDash val="solid"/>
          </a:ln>
        </p:spPr>
      </p:sp>
      <p:sp>
        <p:nvSpPr>
          <p:cNvPr id="23" name="项目价值"/>
          <p:cNvSpPr>
            <a:spLocks noGrp="1"/>
          </p:cNvSpPr>
          <p:nvPr/>
        </p:nvSpPr>
        <p:spPr>
          <a:xfrm>
            <a:off x="495300" y="981075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20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项目价值</a:t>
            </a:r>
            <a:endParaRPr sz="280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重复检查与转换由工具执行，人工重点放在策略判断和业务解释。"/>
          <p:cNvSpPr>
            <a:spLocks noGrp="1"/>
          </p:cNvSpPr>
          <p:nvPr/>
        </p:nvSpPr>
        <p:spPr>
          <a:xfrm>
            <a:off x="2009775" y="895350"/>
            <a:ext cx="96964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65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先把商店记录整理成可比较的数据，再用簇画像辅助应用比较与筛选。</a:t>
            </a:r>
            <a:endParaRPr sz="2025" b="1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65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重复检查与转换由工具执行，人工重点放在策略判断和业务解释。</a:t>
            </a:r>
            <a:endParaRPr sz="2025" b="1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10,841 条记录　/　13 个字段"/>
          <p:cNvSpPr>
            <a:spLocks noGrp="1"/>
          </p:cNvSpPr>
          <p:nvPr/>
        </p:nvSpPr>
        <p:spPr>
          <a:xfrm>
            <a:off x="342900" y="1781175"/>
            <a:ext cx="590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10,841 条记录　/　13 个字段</a:t>
            </a:r>
            <a:endParaRPr sz="225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6" name="表格 18"/>
          <p:cNvGraphicFramePr/>
          <p:nvPr/>
        </p:nvGraphicFramePr>
        <p:xfrm>
          <a:off x="323850" y="2381250"/>
          <a:ext cx="5657850" cy="3857625"/>
        </p:xfrm>
        <a:graphic>
          <a:graphicData uri="http://schemas.openxmlformats.org/drawingml/2006/table">
            <a:tbl>
              <a:tblPr/>
              <a:tblGrid>
                <a:gridCol w="1581150"/>
                <a:gridCol w="1104900"/>
                <a:gridCol w="2971800"/>
              </a:tblGrid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236DB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项目用途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展示名称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展示与追溯，不作为去重键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Category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商店类别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类别中位数计算与分群解释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Rating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用户评分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 0–5 范围，作为聚类特征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Reviews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评论数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转为非负整数，作为规模特征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Size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应用大小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 MB，保留特殊状态标志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Installs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安装档位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去符号，提取档位下界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482203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Price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价格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解析美元数值，作为聚类特征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表格 19"/>
          <p:cNvGraphicFramePr/>
          <p:nvPr/>
        </p:nvGraphicFramePr>
        <p:xfrm>
          <a:off x="6210300" y="2381250"/>
          <a:ext cx="5667375" cy="3857625"/>
        </p:xfrm>
        <a:graphic>
          <a:graphicData uri="http://schemas.openxmlformats.org/drawingml/2006/table">
            <a:tbl>
              <a:tblPr/>
              <a:tblGrid>
                <a:gridCol w="1762125"/>
                <a:gridCol w="1076325"/>
                <a:gridCol w="2828925"/>
              </a:tblGrid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含义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236DB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项目用途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收费方式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与价格联合检查一致性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Content Rating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年龄分级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保留原值，辅助说明适用人群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Genres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流派类型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保留文本，辅助解释产品类别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 Updated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更新日期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统一日期格式，记录解析失败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Current Ver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当前版本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保留版本文本及缺失状态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Android Ver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系统要求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保留文本及特殊状态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2. 数据质量检查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数据质量检查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来源：项目报告表 2；results/final/quality_before.json"/>
          <p:cNvSpPr>
            <a:spLocks noGrp="1"/>
          </p:cNvSpPr>
          <p:nvPr/>
        </p:nvSpPr>
        <p:spPr>
          <a:xfrm>
            <a:off x="304800" y="6553200"/>
            <a:ext cx="828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来源：项目报告表 2；results/final/quality_before.json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D67A20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原始 10,841 条记录的质量检查结果"/>
          <p:cNvSpPr>
            <a:spLocks noGrp="1"/>
          </p:cNvSpPr>
          <p:nvPr/>
        </p:nvSpPr>
        <p:spPr>
          <a:xfrm>
            <a:off x="333375" y="790575"/>
            <a:ext cx="11525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 10,841 条记录的质量检查结果</a:t>
            </a:r>
            <a:endParaRPr sz="2025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323850" y="1381125"/>
          <a:ext cx="11553825" cy="4000500"/>
        </p:xfrm>
        <a:graphic>
          <a:graphicData uri="http://schemas.openxmlformats.org/drawingml/2006/table">
            <a:tbl>
              <a:tblPr/>
              <a:tblGrid>
                <a:gridCol w="1676400"/>
                <a:gridCol w="4171950"/>
                <a:gridCol w="5705475"/>
              </a:tblGrid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检查结果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236DB2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处理关注点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缺失值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评分缺失 1,474 条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其中 878 条有评论，仍不能据此恢复评分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重复记录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完全重复的多余记录 483 条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 13 个原始字段比较，不按应用名称合并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异常与错位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核心字段错位 1 条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同时出现非法评分、评论量、安装量和价格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混合单位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8,829 条 M；316 条 k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统一为 MB，1k = 0.001 MB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特殊大小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1,695 条随设备变化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Varies with device 不转为 0 或负数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其他缺失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Type 1；分级 1；版本 8；系统版本 3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分别记录，不因非建模字段缺失整体删行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>
            <a:spLocks noGrp="1"/>
          </p:cNvSpPr>
          <p:nvPr/>
        </p:nvSpPr>
        <p:spPr>
          <a:xfrm>
            <a:off x="323850" y="5600700"/>
            <a:ext cx="11553825" cy="685800"/>
          </a:xfrm>
          <a:prstGeom prst="rect">
            <a:avLst/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7" name="各项可能落在同一记录上，不相加解释为异常总数。 对高评论数、高安装档位和高价格记录，先检查格式与取值是否合法。"/>
          <p:cNvSpPr>
            <a:spLocks noGrp="1"/>
          </p:cNvSpPr>
          <p:nvPr/>
        </p:nvSpPr>
        <p:spPr>
          <a:xfrm>
            <a:off x="485775" y="5695950"/>
            <a:ext cx="112204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各项可能落在同一记录上，不相加解释为异常总数。</a:t>
            </a:r>
            <a:endParaRPr sz="1650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对高评论数、高安装档位和高价格记录，先检查格式与取值是否合法。</a:t>
            </a:r>
            <a:endParaRPr sz="1650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0" name="矩形 69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3. 智能体工作流程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智能体工作流程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4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来源：项目报告 §3；src/agent.py、quality.py、clustering.py、pipeline.py"/>
          <p:cNvSpPr>
            <a:spLocks noGrp="1"/>
          </p:cNvSpPr>
          <p:nvPr/>
        </p:nvSpPr>
        <p:spPr>
          <a:xfrm>
            <a:off x="304800" y="6553200"/>
            <a:ext cx="828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来源：项目报告 §3；src/agent.py、quality.py、clustering.py、pipeline.py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7750A5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模型负责策略选择，本地工具完成转换、计算与结果保存。"/>
          <p:cNvSpPr>
            <a:spLocks noGrp="1"/>
          </p:cNvSpPr>
          <p:nvPr/>
        </p:nvSpPr>
        <p:spPr>
          <a:xfrm>
            <a:off x="333375" y="781050"/>
            <a:ext cx="11525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模型负责策略选择，本地工具完成转换、计算与结果保存。</a:t>
            </a:r>
            <a:endParaRPr sz="2025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33375" y="1362075"/>
            <a:ext cx="1695450" cy="295275"/>
          </a:xfrm>
          <a:prstGeom prst="roundRect">
            <a:avLst>
              <a:gd name="adj" fmla="val 9677"/>
            </a:avLst>
          </a:prstGeom>
          <a:solidFill>
            <a:srgbClr val="F3EFF9"/>
          </a:solidFill>
          <a:ln w="0">
            <a:noFill/>
            <a:prstDash val="solid"/>
          </a:ln>
        </p:spPr>
      </p:sp>
      <p:sp>
        <p:nvSpPr>
          <p:cNvPr id="16" name="规划层"/>
          <p:cNvSpPr>
            <a:spLocks noGrp="1"/>
          </p:cNvSpPr>
          <p:nvPr/>
        </p:nvSpPr>
        <p:spPr>
          <a:xfrm>
            <a:off x="390525" y="1381125"/>
            <a:ext cx="1581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规划层</a:t>
            </a:r>
            <a:endParaRPr sz="165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352675" y="1304925"/>
            <a:ext cx="3048000" cy="981075"/>
          </a:xfrm>
          <a:prstGeom prst="roundRect">
            <a:avLst>
              <a:gd name="adj" fmla="val 4854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18" name="质量画像"/>
          <p:cNvSpPr>
            <a:spLocks noGrp="1"/>
          </p:cNvSpPr>
          <p:nvPr/>
        </p:nvSpPr>
        <p:spPr>
          <a:xfrm>
            <a:off x="2466975" y="1390650"/>
            <a:ext cx="2819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质量画像</a:t>
            </a:r>
            <a:endParaRPr sz="180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质量统计与 4 条原始样例"/>
          <p:cNvSpPr>
            <a:spLocks noGrp="1"/>
          </p:cNvSpPr>
          <p:nvPr/>
        </p:nvSpPr>
        <p:spPr>
          <a:xfrm>
            <a:off x="2466975" y="1771650"/>
            <a:ext cx="2819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质量统计与 4 条原始样例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5591175" y="1304925"/>
            <a:ext cx="3048000" cy="981075"/>
          </a:xfrm>
          <a:prstGeom prst="roundRect">
            <a:avLst>
              <a:gd name="adj" fmla="val 4854"/>
            </a:avLst>
          </a:prstGeom>
          <a:solidFill>
            <a:srgbClr val="F3EFF9"/>
          </a:solidFill>
          <a:ln w="10478">
            <a:solidFill>
              <a:srgbClr val="7750A5"/>
            </a:solidFill>
            <a:prstDash val="solid"/>
          </a:ln>
        </p:spPr>
      </p:sp>
      <p:sp>
        <p:nvSpPr>
          <p:cNvPr id="21" name="DeepSeek 规划"/>
          <p:cNvSpPr>
            <a:spLocks noGrp="1"/>
          </p:cNvSpPr>
          <p:nvPr/>
        </p:nvSpPr>
        <p:spPr>
          <a:xfrm>
            <a:off x="5705475" y="1390650"/>
            <a:ext cx="2819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规划</a:t>
            </a:r>
            <a:endParaRPr sz="180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返回 JSON 策略与理由"/>
          <p:cNvSpPr>
            <a:spLocks noGrp="1"/>
          </p:cNvSpPr>
          <p:nvPr/>
        </p:nvSpPr>
        <p:spPr>
          <a:xfrm>
            <a:off x="5705475" y="1771650"/>
            <a:ext cx="2819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 JSON 策略与理由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829675" y="1304925"/>
            <a:ext cx="3048000" cy="981075"/>
          </a:xfrm>
          <a:prstGeom prst="roundRect">
            <a:avLst>
              <a:gd name="adj" fmla="val 4854"/>
            </a:avLst>
          </a:prstGeom>
          <a:solidFill>
            <a:srgbClr val="F3EFF9"/>
          </a:solidFill>
          <a:ln w="10478">
            <a:solidFill>
              <a:srgbClr val="7750A5"/>
            </a:solidFill>
            <a:prstDash val="solid"/>
          </a:ln>
        </p:spPr>
      </p:sp>
      <p:sp>
        <p:nvSpPr>
          <p:cNvPr id="24" name="结构校验"/>
          <p:cNvSpPr>
            <a:spLocks noGrp="1"/>
          </p:cNvSpPr>
          <p:nvPr/>
        </p:nvSpPr>
        <p:spPr>
          <a:xfrm>
            <a:off x="8943975" y="1390650"/>
            <a:ext cx="2819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结构校验</a:t>
            </a:r>
            <a:endParaRPr sz="180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字段、类型、枚举逐项检查"/>
          <p:cNvSpPr>
            <a:spLocks noGrp="1"/>
          </p:cNvSpPr>
          <p:nvPr/>
        </p:nvSpPr>
        <p:spPr>
          <a:xfrm>
            <a:off x="8943975" y="1771650"/>
            <a:ext cx="2819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字段、类型、枚举逐项检查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直接箭头连接符 25"/>
          <p:cNvCxnSpPr>
            <a:stCxn id="17" idx="3"/>
            <a:endCxn id="20" idx="1"/>
          </p:cNvCxnSpPr>
          <p:nvPr/>
        </p:nvCxnSpPr>
        <p:spPr>
          <a:xfrm>
            <a:off x="5400675" y="1795463"/>
            <a:ext cx="190500" cy="0"/>
          </a:xfrm>
          <a:prstGeom prst="straightConnector1">
            <a:avLst/>
          </a:prstGeom>
          <a:ln w="19050">
            <a:solidFill>
              <a:srgbClr val="7750A5"/>
            </a:solidFill>
            <a:prstDash val="solid"/>
            <a:tailEnd type="triangle" w="med" len="med"/>
          </a:ln>
        </p:spPr>
      </p:cxnSp>
      <p:cxnSp>
        <p:nvCxnSpPr>
          <p:cNvPr id="27" name="直接箭头连接符 26"/>
          <p:cNvCxnSpPr>
            <a:stCxn id="20" idx="3"/>
            <a:endCxn id="23" idx="1"/>
          </p:cNvCxnSpPr>
          <p:nvPr/>
        </p:nvCxnSpPr>
        <p:spPr>
          <a:xfrm>
            <a:off x="8639175" y="1795463"/>
            <a:ext cx="190500" cy="0"/>
          </a:xfrm>
          <a:prstGeom prst="straightConnector1">
            <a:avLst/>
          </a:prstGeom>
          <a:ln w="19050">
            <a:solidFill>
              <a:srgbClr val="7750A5"/>
            </a:solidFill>
            <a:prstDash val="solid"/>
            <a:tailEnd type="triangle" w="med" len="med"/>
          </a:ln>
        </p:spPr>
      </p:cxnSp>
      <p:sp>
        <p:nvSpPr>
          <p:cNvPr id="28" name="校验失败：反馈错误后再请求一次；API 错误：停止并记录。"/>
          <p:cNvSpPr>
            <a:spLocks noGrp="1"/>
          </p:cNvSpPr>
          <p:nvPr/>
        </p:nvSpPr>
        <p:spPr>
          <a:xfrm>
            <a:off x="2352675" y="2400300"/>
            <a:ext cx="8382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BB3D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校验失败：反馈错误后再请求一次；API 错误：停止并记录。</a:t>
            </a:r>
            <a:endParaRPr sz="1425" b="1">
              <a:solidFill>
                <a:srgbClr val="BB3D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333375" y="3286125"/>
            <a:ext cx="1695450" cy="1076325"/>
          </a:xfrm>
          <a:prstGeom prst="roundRect">
            <a:avLst>
              <a:gd name="adj" fmla="val 4425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30" name="原始 CSV"/>
          <p:cNvSpPr>
            <a:spLocks noGrp="1"/>
          </p:cNvSpPr>
          <p:nvPr/>
        </p:nvSpPr>
        <p:spPr>
          <a:xfrm>
            <a:off x="447675" y="3371850"/>
            <a:ext cx="14668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 CSV</a:t>
            </a:r>
            <a:endParaRPr sz="180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保留原件与 source_row_id"/>
          <p:cNvSpPr>
            <a:spLocks noGrp="1"/>
          </p:cNvSpPr>
          <p:nvPr/>
        </p:nvSpPr>
        <p:spPr>
          <a:xfrm>
            <a:off x="447675" y="3752850"/>
            <a:ext cx="1466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保留原件与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source_row_id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2352675" y="2857500"/>
            <a:ext cx="9525000" cy="1676400"/>
          </a:xfrm>
          <a:prstGeom prst="roundRect">
            <a:avLst>
              <a:gd name="adj" fmla="val 2841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33" name="执行层：本地规则工具"/>
          <p:cNvSpPr>
            <a:spLocks noGrp="1"/>
          </p:cNvSpPr>
          <p:nvPr/>
        </p:nvSpPr>
        <p:spPr>
          <a:xfrm>
            <a:off x="2495550" y="2924175"/>
            <a:ext cx="9239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执行层：本地规则工具</a:t>
            </a:r>
            <a:endParaRPr sz="1725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2505075" y="3343275"/>
            <a:ext cx="2162175" cy="97155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35" name="严格解析"/>
          <p:cNvSpPr>
            <a:spLocks noGrp="1"/>
          </p:cNvSpPr>
          <p:nvPr/>
        </p:nvSpPr>
        <p:spPr>
          <a:xfrm>
            <a:off x="2619375" y="3429000"/>
            <a:ext cx="19335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严格解析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单位、类型、日期"/>
          <p:cNvSpPr>
            <a:spLocks noGrp="1"/>
          </p:cNvSpPr>
          <p:nvPr/>
        </p:nvSpPr>
        <p:spPr>
          <a:xfrm>
            <a:off x="2619375" y="3810000"/>
            <a:ext cx="19335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单位、类型、日期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4838700" y="3343275"/>
            <a:ext cx="2162175" cy="97155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38" name="异常隔离"/>
          <p:cNvSpPr>
            <a:spLocks noGrp="1"/>
          </p:cNvSpPr>
          <p:nvPr/>
        </p:nvSpPr>
        <p:spPr>
          <a:xfrm>
            <a:off x="4953000" y="3429000"/>
            <a:ext cx="19335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异常隔离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非法核心值与错位"/>
          <p:cNvSpPr>
            <a:spLocks noGrp="1"/>
          </p:cNvSpPr>
          <p:nvPr/>
        </p:nvSpPr>
        <p:spPr>
          <a:xfrm>
            <a:off x="4953000" y="3810000"/>
            <a:ext cx="19335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非法核心值与错位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直接箭头连接符 39"/>
          <p:cNvCxnSpPr>
            <a:stCxn id="34" idx="3"/>
            <a:endCxn id="37" idx="1"/>
          </p:cNvCxnSpPr>
          <p:nvPr/>
        </p:nvCxnSpPr>
        <p:spPr>
          <a:xfrm>
            <a:off x="4667250" y="3829050"/>
            <a:ext cx="171450" cy="0"/>
          </a:xfrm>
          <a:prstGeom prst="straightConnector1">
            <a:avLst/>
          </a:prstGeom>
          <a:ln w="19050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41" name="圆角矩形 40"/>
          <p:cNvSpPr>
            <a:spLocks noGrp="1"/>
          </p:cNvSpPr>
          <p:nvPr/>
        </p:nvSpPr>
        <p:spPr>
          <a:xfrm>
            <a:off x="7172325" y="3343275"/>
            <a:ext cx="2162175" cy="97155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42" name="精确去重"/>
          <p:cNvSpPr>
            <a:spLocks noGrp="1"/>
          </p:cNvSpPr>
          <p:nvPr/>
        </p:nvSpPr>
        <p:spPr>
          <a:xfrm>
            <a:off x="7286625" y="3429000"/>
            <a:ext cx="19335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精确去重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仅移除完全重复多余项"/>
          <p:cNvSpPr>
            <a:spLocks noGrp="1"/>
          </p:cNvSpPr>
          <p:nvPr/>
        </p:nvSpPr>
        <p:spPr>
          <a:xfrm>
            <a:off x="7286625" y="3810000"/>
            <a:ext cx="19335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仅移除完全重复多余项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直接箭头连接符 43"/>
          <p:cNvCxnSpPr>
            <a:stCxn id="37" idx="3"/>
            <a:endCxn id="41" idx="1"/>
          </p:cNvCxnSpPr>
          <p:nvPr/>
        </p:nvCxnSpPr>
        <p:spPr>
          <a:xfrm>
            <a:off x="7000875" y="3829050"/>
            <a:ext cx="171450" cy="0"/>
          </a:xfrm>
          <a:prstGeom prst="straightConnector1">
            <a:avLst/>
          </a:prstGeom>
          <a:ln w="19050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45" name="圆角矩形 44"/>
          <p:cNvSpPr>
            <a:spLocks noGrp="1"/>
          </p:cNvSpPr>
          <p:nvPr/>
        </p:nvSpPr>
        <p:spPr>
          <a:xfrm>
            <a:off x="9505950" y="3343275"/>
            <a:ext cx="2162175" cy="971550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46" name="缺失策略"/>
          <p:cNvSpPr>
            <a:spLocks noGrp="1"/>
          </p:cNvSpPr>
          <p:nvPr/>
        </p:nvSpPr>
        <p:spPr>
          <a:xfrm>
            <a:off x="9620250" y="3429000"/>
            <a:ext cx="19335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缺失策略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评分与大小分别处理"/>
          <p:cNvSpPr>
            <a:spLocks noGrp="1"/>
          </p:cNvSpPr>
          <p:nvPr/>
        </p:nvSpPr>
        <p:spPr>
          <a:xfrm>
            <a:off x="9620250" y="3810000"/>
            <a:ext cx="19335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评分与大小分别处理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直接箭头连接符 47"/>
          <p:cNvCxnSpPr>
            <a:stCxn id="41" idx="3"/>
            <a:endCxn id="45" idx="1"/>
          </p:cNvCxnSpPr>
          <p:nvPr/>
        </p:nvCxnSpPr>
        <p:spPr>
          <a:xfrm>
            <a:off x="9334500" y="3829050"/>
            <a:ext cx="171450" cy="0"/>
          </a:xfrm>
          <a:prstGeom prst="straightConnector1">
            <a:avLst/>
          </a:prstGeom>
          <a:ln w="19050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49" name="肘形连接符 48"/>
          <p:cNvCxnSpPr>
            <a:stCxn id="29" idx="0"/>
            <a:endCxn id="17" idx="1"/>
          </p:cNvCxnSpPr>
          <p:nvPr/>
        </p:nvCxnSpPr>
        <p:spPr>
          <a:xfrm flipV="1">
            <a:off x="1181100" y="1795463"/>
            <a:ext cx="1171575" cy="1490663"/>
          </a:xfrm>
          <a:prstGeom prst="bentConnector5">
            <a:avLst>
              <a:gd name="adj1" fmla="val 0"/>
              <a:gd name="adj2" fmla="val 15335"/>
              <a:gd name="adj3" fmla="val 80488"/>
            </a:avLst>
          </a:prstGeom>
          <a:ln w="19050">
            <a:solidFill>
              <a:srgbClr val="236DB2"/>
            </a:solidFill>
            <a:prstDash val="solid"/>
            <a:tailEnd type="triangle" w="med" len="med"/>
          </a:ln>
        </p:spPr>
      </p:cxnSp>
      <p:cxnSp>
        <p:nvCxnSpPr>
          <p:cNvPr id="50" name="直接箭头连接符 49"/>
          <p:cNvCxnSpPr>
            <a:stCxn id="29" idx="3"/>
            <a:endCxn id="34" idx="1"/>
          </p:cNvCxnSpPr>
          <p:nvPr/>
        </p:nvCxnSpPr>
        <p:spPr>
          <a:xfrm>
            <a:off x="2028825" y="3824288"/>
            <a:ext cx="476250" cy="4763"/>
          </a:xfrm>
          <a:prstGeom prst="straightConnector1">
            <a:avLst/>
          </a:prstGeom>
          <a:ln w="19050">
            <a:solidFill>
              <a:srgbClr val="236DB2"/>
            </a:solidFill>
            <a:prstDash val="solid"/>
            <a:tailEnd type="triangle" w="med" len="med"/>
          </a:ln>
        </p:spPr>
      </p:cxnSp>
      <p:sp>
        <p:nvSpPr>
          <p:cNvPr id="51" name="矩形 50"/>
          <p:cNvSpPr>
            <a:spLocks noGrp="1"/>
          </p:cNvSpPr>
          <p:nvPr/>
        </p:nvSpPr>
        <p:spPr>
          <a:xfrm>
            <a:off x="10348913" y="284797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2" name="直接箭头连接符 51"/>
          <p:cNvCxnSpPr>
            <a:stCxn id="23" idx="2"/>
            <a:endCxn id="51" idx="0"/>
          </p:cNvCxnSpPr>
          <p:nvPr/>
        </p:nvCxnSpPr>
        <p:spPr>
          <a:xfrm>
            <a:off x="10353675" y="2286000"/>
            <a:ext cx="0" cy="561975"/>
          </a:xfrm>
          <a:prstGeom prst="straightConnector1">
            <a:avLst/>
          </a:prstGeom>
          <a:ln w="19050">
            <a:solidFill>
              <a:srgbClr val="7750A5"/>
            </a:solidFill>
            <a:prstDash val="solid"/>
            <a:tailEnd type="triangle" w="med" len="med"/>
          </a:ln>
        </p:spPr>
      </p:cxnSp>
      <p:sp>
        <p:nvSpPr>
          <p:cNvPr id="53" name="圆角矩形 52"/>
          <p:cNvSpPr>
            <a:spLocks noGrp="1"/>
          </p:cNvSpPr>
          <p:nvPr/>
        </p:nvSpPr>
        <p:spPr>
          <a:xfrm>
            <a:off x="333375" y="5095875"/>
            <a:ext cx="1695450" cy="295275"/>
          </a:xfrm>
          <a:prstGeom prst="roundRect">
            <a:avLst>
              <a:gd name="adj" fmla="val 9677"/>
            </a:avLst>
          </a:prstGeom>
          <a:solidFill>
            <a:srgbClr val="FFF4E5"/>
          </a:solidFill>
          <a:ln w="0">
            <a:noFill/>
            <a:prstDash val="solid"/>
          </a:ln>
        </p:spPr>
      </p:sp>
      <p:sp>
        <p:nvSpPr>
          <p:cNvPr id="54" name="结果层"/>
          <p:cNvSpPr>
            <a:spLocks noGrp="1"/>
          </p:cNvSpPr>
          <p:nvPr/>
        </p:nvSpPr>
        <p:spPr>
          <a:xfrm>
            <a:off x="390525" y="5114925"/>
            <a:ext cx="1581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结果层</a:t>
            </a:r>
            <a:endParaRPr sz="165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2352675" y="5010150"/>
            <a:ext cx="3048000" cy="952500"/>
          </a:xfrm>
          <a:prstGeom prst="roundRect">
            <a:avLst>
              <a:gd name="adj" fmla="val 5000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56" name="清洗档案"/>
          <p:cNvSpPr>
            <a:spLocks noGrp="1"/>
          </p:cNvSpPr>
          <p:nvPr/>
        </p:nvSpPr>
        <p:spPr>
          <a:xfrm>
            <a:off x="2466975" y="5095875"/>
            <a:ext cx="2819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清洗档案</a:t>
            </a:r>
            <a:endParaRPr sz="180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原值、解析值、填补与资格标志"/>
          <p:cNvSpPr>
            <a:spLocks noGrp="1"/>
          </p:cNvSpPr>
          <p:nvPr/>
        </p:nvSpPr>
        <p:spPr>
          <a:xfrm>
            <a:off x="2466975" y="5476875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原值、解析值、填补与资格标志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>
            <a:spLocks noGrp="1"/>
          </p:cNvSpPr>
          <p:nvPr/>
        </p:nvSpPr>
        <p:spPr>
          <a:xfrm>
            <a:off x="5591175" y="5010150"/>
            <a:ext cx="3048000" cy="95250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 w="10478">
            <a:solidFill>
              <a:srgbClr val="D67A20"/>
            </a:solidFill>
            <a:prstDash val="solid"/>
          </a:ln>
        </p:spPr>
      </p:sp>
      <p:sp>
        <p:nvSpPr>
          <p:cNvPr id="59" name="共享特征与 K-means"/>
          <p:cNvSpPr>
            <a:spLocks noGrp="1"/>
          </p:cNvSpPr>
          <p:nvPr/>
        </p:nvSpPr>
        <p:spPr>
          <a:xfrm>
            <a:off x="5705475" y="5095875"/>
            <a:ext cx="2819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共享特征与 K-means</a:t>
            </a:r>
            <a:endParaRPr sz="180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统一特征定义与算法设置"/>
          <p:cNvSpPr>
            <a:spLocks noGrp="1"/>
          </p:cNvSpPr>
          <p:nvPr/>
        </p:nvSpPr>
        <p:spPr>
          <a:xfrm>
            <a:off x="5705475" y="5476875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统一特征定义与算法设置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8829675" y="5010150"/>
            <a:ext cx="3048000" cy="95250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62" name="分群结果"/>
          <p:cNvSpPr>
            <a:spLocks noGrp="1"/>
          </p:cNvSpPr>
          <p:nvPr/>
        </p:nvSpPr>
        <p:spPr>
          <a:xfrm>
            <a:off x="8943975" y="5095875"/>
            <a:ext cx="28194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分群结果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聚类标签与簇画像"/>
          <p:cNvSpPr>
            <a:spLocks noGrp="1"/>
          </p:cNvSpPr>
          <p:nvPr/>
        </p:nvSpPr>
        <p:spPr>
          <a:xfrm>
            <a:off x="8943975" y="5476875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聚类标签与簇画像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871913" y="45339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65" name="直接箭头连接符 64"/>
          <p:cNvCxnSpPr>
            <a:stCxn id="64" idx="2"/>
            <a:endCxn id="55" idx="0"/>
          </p:cNvCxnSpPr>
          <p:nvPr/>
        </p:nvCxnSpPr>
        <p:spPr>
          <a:xfrm flipH="1">
            <a:off x="3876675" y="4543425"/>
            <a:ext cx="0" cy="466725"/>
          </a:xfrm>
          <a:prstGeom prst="straightConnector1">
            <a:avLst/>
          </a:prstGeom>
          <a:ln w="19050">
            <a:solidFill>
              <a:srgbClr val="087F83"/>
            </a:solidFill>
            <a:prstDash val="solid"/>
            <a:tailEnd type="triangle" w="med" len="med"/>
          </a:ln>
        </p:spPr>
      </p:cxnSp>
      <p:cxnSp>
        <p:nvCxnSpPr>
          <p:cNvPr id="66" name="直接箭头连接符 65"/>
          <p:cNvCxnSpPr>
            <a:stCxn id="55" idx="3"/>
            <a:endCxn id="58" idx="1"/>
          </p:cNvCxnSpPr>
          <p:nvPr/>
        </p:nvCxnSpPr>
        <p:spPr>
          <a:xfrm>
            <a:off x="5400675" y="5486400"/>
            <a:ext cx="190500" cy="0"/>
          </a:xfrm>
          <a:prstGeom prst="straightConnector1">
            <a:avLst/>
          </a:prstGeom>
          <a:ln w="19050">
            <a:solidFill>
              <a:srgbClr val="D67A20"/>
            </a:solidFill>
            <a:prstDash val="solid"/>
            <a:tailEnd type="triangle" w="med" len="med"/>
          </a:ln>
        </p:spPr>
      </p:cxnSp>
      <p:cxnSp>
        <p:nvCxnSpPr>
          <p:cNvPr id="67" name="直接箭头连接符 66"/>
          <p:cNvCxnSpPr>
            <a:stCxn id="58" idx="3"/>
            <a:endCxn id="61" idx="1"/>
          </p:cNvCxnSpPr>
          <p:nvPr/>
        </p:nvCxnSpPr>
        <p:spPr>
          <a:xfrm>
            <a:off x="8639175" y="5486400"/>
            <a:ext cx="190500" cy="0"/>
          </a:xfrm>
          <a:prstGeom prst="straightConnector1">
            <a:avLst/>
          </a:prstGeom>
          <a:ln w="19050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68" name="矩形 67"/>
          <p:cNvSpPr>
            <a:spLocks noGrp="1"/>
          </p:cNvSpPr>
          <p:nvPr/>
        </p:nvSpPr>
        <p:spPr>
          <a:xfrm>
            <a:off x="323850" y="6115050"/>
            <a:ext cx="11553825" cy="228600"/>
          </a:xfrm>
          <a:prstGeom prst="rect">
            <a:avLst/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69" name="全程保存：输入哈希、模型请求与响应、工具事件、逐条变更及离线回放依据"/>
          <p:cNvSpPr>
            <a:spLocks noGrp="1"/>
          </p:cNvSpPr>
          <p:nvPr/>
        </p:nvSpPr>
        <p:spPr>
          <a:xfrm>
            <a:off x="466725" y="6105525"/>
            <a:ext cx="112680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全程保存：输入哈希、模型请求与响应、工具事件、逐条变更及离线回放依据</a:t>
            </a:r>
            <a:endParaRPr sz="1425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4. 模型请求与决策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模型请求与决策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5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来源：项目报告 §5.5；agent_status.json 与 logs/pipeline.jsonl"/>
          <p:cNvSpPr>
            <a:spLocks noGrp="1"/>
          </p:cNvSpPr>
          <p:nvPr/>
        </p:nvSpPr>
        <p:spPr>
          <a:xfrm>
            <a:off x="304800" y="6553200"/>
            <a:ext cx="828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来源：项目报告 §5.5；agent_status.json 与 logs/pipeline.jsonl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7750A5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323850" y="809625"/>
          <a:ext cx="11553825" cy="762000"/>
        </p:xfrm>
        <a:graphic>
          <a:graphicData uri="http://schemas.openxmlformats.org/drawingml/2006/table">
            <a:tbl>
              <a:tblPr/>
              <a:tblGrid>
                <a:gridCol w="3048000"/>
                <a:gridCol w="2476500"/>
                <a:gridCol w="3048000"/>
                <a:gridCol w="2981325"/>
              </a:tblGrid>
              <a:tr h="3810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输出格式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7750A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thinking.type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7750A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max_tokens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7750A5"/>
                    </a:solidFill>
                  </a:tcPr>
                </a:tc>
              </a:tr>
              <a:tr h="38100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deepseek-flash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JSON 对象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disabled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4096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0" marR="95250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mperature 与模型生成随机种子均未显式设置；输入不包含整张数据表。"/>
          <p:cNvSpPr>
            <a:spLocks noGrp="1"/>
          </p:cNvSpPr>
          <p:nvPr/>
        </p:nvSpPr>
        <p:spPr>
          <a:xfrm>
            <a:off x="371475" y="1685925"/>
            <a:ext cx="11477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temperature 与模型生成随机种子均未显式设置；输入不包含整张数据表。</a:t>
            </a:r>
            <a:endParaRPr sz="15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323850" y="2171700"/>
            <a:ext cx="5619750" cy="3305175"/>
          </a:xfrm>
          <a:prstGeom prst="roundRect">
            <a:avLst>
              <a:gd name="adj" fmla="val 1441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17" name="请求内容：提示词约束与质量摘要"/>
          <p:cNvSpPr>
            <a:spLocks noGrp="1"/>
          </p:cNvSpPr>
          <p:nvPr/>
        </p:nvSpPr>
        <p:spPr>
          <a:xfrm>
            <a:off x="466725" y="22383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请求内容：提示词约束与质量摘要</a:t>
            </a:r>
            <a:endParaRPr sz="1725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只读取质量统计与少量原始样例。 不按名称合并，不把特殊大小记作 0 或负数。 drop 保留清洗档案，但排除该记录参与聚"/>
          <p:cNvSpPr>
            <a:spLocks noGrp="1"/>
          </p:cNvSpPr>
          <p:nvPr/>
        </p:nvSpPr>
        <p:spPr>
          <a:xfrm>
            <a:off x="485775" y="2647950"/>
            <a:ext cx="52959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只读取质量统计与少量原始样例。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不按名称合并，不把特殊大小记作 0 或负数。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 保留清洗档案，但排除该记录参与聚类。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 policy 与 reasons，不输出可执行代码。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85775" y="3771900"/>
            <a:ext cx="52959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20" name="用户消息中的关键信息"/>
          <p:cNvSpPr>
            <a:spLocks noGrp="1"/>
          </p:cNvSpPr>
          <p:nvPr/>
        </p:nvSpPr>
        <p:spPr>
          <a:xfrm>
            <a:off x="485775" y="3867150"/>
            <a:ext cx="52959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用户消息中的关键信息</a:t>
            </a:r>
            <a:endParaRPr sz="1575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10,841 条 × 13 字段；完全重复多余项 483 条 评分缺失且有评论 878 条 大小：有效 9,145；随设"/>
          <p:cNvSpPr>
            <a:spLocks noGrp="1"/>
          </p:cNvSpPr>
          <p:nvPr/>
        </p:nvSpPr>
        <p:spPr>
          <a:xfrm>
            <a:off x="485775" y="4219575"/>
            <a:ext cx="52959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10,841 条 × 13 字段；完全重复多余项 483 条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评分缺失且有评论 878 条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大小：有效 9,145；随设备变化 1,695；非法 1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原始样例编号：24、38、43、53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257925" y="2171700"/>
            <a:ext cx="5619750" cy="3305175"/>
          </a:xfrm>
          <a:prstGeom prst="roundRect">
            <a:avLst>
              <a:gd name="adj" fmla="val 1441"/>
            </a:avLst>
          </a:prstGeom>
          <a:solidFill>
            <a:srgbClr val="F3EFF9"/>
          </a:solidFill>
          <a:ln w="10478">
            <a:solidFill>
              <a:srgbClr val="7750A5"/>
            </a:solidFill>
            <a:prstDash val="solid"/>
          </a:ln>
        </p:spPr>
      </p:sp>
      <p:sp>
        <p:nvSpPr>
          <p:cNvPr id="23" name="真实响应：policy 策略与 reasons 理由"/>
          <p:cNvSpPr>
            <a:spLocks noGrp="1"/>
          </p:cNvSpPr>
          <p:nvPr/>
        </p:nvSpPr>
        <p:spPr>
          <a:xfrm>
            <a:off x="6400800" y="2238375"/>
            <a:ext cx="533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真实响应：policy 策略与 reasons 理由</a:t>
            </a:r>
            <a:endParaRPr sz="1725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{  &quot;deduplicate&quot;: true,  &quot;rating&quot;: &quot;drop&quot;,  &quot;size&quot;: &quot;categor"/>
          <p:cNvSpPr>
            <a:spLocks noGrp="1"/>
          </p:cNvSpPr>
          <p:nvPr/>
        </p:nvSpPr>
        <p:spPr>
          <a:xfrm>
            <a:off x="6429375" y="2628900"/>
            <a:ext cx="526732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1575" b="0">
              <a:solidFill>
                <a:srgbClr val="7750A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"deduplicate": true,</a:t>
            </a:r>
            <a:endParaRPr sz="1575" b="0">
              <a:solidFill>
                <a:srgbClr val="7750A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"rating": "drop",</a:t>
            </a:r>
            <a:endParaRPr sz="1575" b="0">
              <a:solidFill>
                <a:srgbClr val="7750A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"size": "category_median"</a:t>
            </a:r>
            <a:endParaRPr sz="1575" b="0">
              <a:solidFill>
                <a:srgbClr val="7750A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75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575" b="0">
              <a:solidFill>
                <a:srgbClr val="7750A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去重：移除完全相同的多余记录。 评分：不构造未观测的评分信号。 大小：同类至少 20 个有效观测时用类别中位数， 不足时"/>
          <p:cNvSpPr>
            <a:spLocks noGrp="1"/>
          </p:cNvSpPr>
          <p:nvPr/>
        </p:nvSpPr>
        <p:spPr>
          <a:xfrm>
            <a:off x="6429375" y="4181475"/>
            <a:ext cx="5267325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去重：移除完全相同的多余记录。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评分：不构造未观测的评分信号。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大小：同类至少 20 个有效观测时用类别中位数，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不足时回退全局中位数。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323850" y="5686425"/>
            <a:ext cx="11553825" cy="619125"/>
          </a:xfrm>
          <a:prstGeom prst="roundRect">
            <a:avLst>
              <a:gd name="adj" fmla="val 6154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27" name="主实验 1 次调用"/>
          <p:cNvSpPr>
            <a:spLocks noGrp="1"/>
          </p:cNvSpPr>
          <p:nvPr/>
        </p:nvSpPr>
        <p:spPr>
          <a:xfrm>
            <a:off x="476250" y="5772150"/>
            <a:ext cx="23241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主实验 1 次调用</a:t>
            </a:r>
            <a:endParaRPr sz="1875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输入 1,180 + 输出 232 = 合计 1,412 tokens　　耗时约 2.12 秒 运行时未配置有效单价，c"/>
          <p:cNvSpPr>
            <a:spLocks noGrp="1"/>
          </p:cNvSpPr>
          <p:nvPr/>
        </p:nvSpPr>
        <p:spPr>
          <a:xfrm>
            <a:off x="2914650" y="5753100"/>
            <a:ext cx="8763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1,180 + 输出 232 = 合计 1,412 tokens　　耗时约 2.12 秒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运行时未配置有效单价，cost_usd=null；实际账单费用未记录。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5. 实验设计：三种策略分别回答不同的问题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对照实验设计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6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主实验：三组进入相同的特征与聚类流程"/>
          <p:cNvSpPr>
            <a:spLocks noGrp="1"/>
          </p:cNvSpPr>
          <p:nvPr/>
        </p:nvSpPr>
        <p:spPr>
          <a:xfrm>
            <a:off x="304800" y="6553200"/>
            <a:ext cx="7762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主实验：三组进入相同的特征与聚类流程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7750A5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最低必要处理给出起点；固定规则提供参照；智能体展示一次真实选择。"/>
          <p:cNvSpPr>
            <a:spLocks noGrp="1"/>
          </p:cNvSpPr>
          <p:nvPr/>
        </p:nvSpPr>
        <p:spPr>
          <a:xfrm>
            <a:off x="323850" y="723900"/>
            <a:ext cx="11544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最低必要处理给出起点；固定规则提供参照；智能体展示一次真实选择。</a:t>
            </a:r>
            <a:endParaRPr sz="1950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323850" y="1200150"/>
          <a:ext cx="11553825" cy="2638425"/>
        </p:xfrm>
        <a:graphic>
          <a:graphicData uri="http://schemas.openxmlformats.org/drawingml/2006/table">
            <a:tbl>
              <a:tblPr/>
              <a:tblGrid>
                <a:gridCol w="2076450"/>
                <a:gridCol w="3095625"/>
                <a:gridCol w="3095625"/>
                <a:gridCol w="3286125"/>
              </a:tblGrid>
              <a:tr h="52768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对照维度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最低必要处理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73879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固定规则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智能体主实验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7750A5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想回答什么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不主动填补时能用多少？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统一规则能保留多少？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模型选择了怎样的取舍？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完全重复项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评分缺失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不填补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全局中位数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不填补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大小不可用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不填补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全局中位数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类别中位数</a:t>
                      </a:r>
                      <a:endParaRPr sz="165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>
            <a:spLocks noGrp="1"/>
          </p:cNvSpPr>
          <p:nvPr/>
        </p:nvSpPr>
        <p:spPr>
          <a:xfrm>
            <a:off x="333375" y="4095750"/>
            <a:ext cx="47625" cy="238125"/>
          </a:xfrm>
          <a:prstGeom prst="rect">
            <a:avLst/>
          </a:prstGeom>
          <a:solidFill>
            <a:srgbClr val="D67A20"/>
          </a:solidFill>
          <a:ln w="0">
            <a:noFill/>
            <a:prstDash val="solid"/>
          </a:ln>
        </p:spPr>
      </p:sp>
      <p:sp>
        <p:nvSpPr>
          <p:cNvPr id="17" name="共同约束：策略之外的设置保持一致"/>
          <p:cNvSpPr>
            <a:spLocks noGrp="1"/>
          </p:cNvSpPr>
          <p:nvPr/>
        </p:nvSpPr>
        <p:spPr>
          <a:xfrm>
            <a:off x="476250" y="4048125"/>
            <a:ext cx="114014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共同约束：策略之外的设置保持一致</a:t>
            </a:r>
            <a:endParaRPr sz="180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33375" y="4610100"/>
            <a:ext cx="3390900" cy="1143000"/>
          </a:xfrm>
          <a:prstGeom prst="roundRect">
            <a:avLst>
              <a:gd name="adj" fmla="val 4167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19" name="五项数值特征"/>
          <p:cNvSpPr>
            <a:spLocks noGrp="1"/>
          </p:cNvSpPr>
          <p:nvPr/>
        </p:nvSpPr>
        <p:spPr>
          <a:xfrm>
            <a:off x="447675" y="470535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五项数值特征</a:t>
            </a:r>
            <a:endParaRPr sz="180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评分、评论数、大小 安装档位下界、价格"/>
          <p:cNvSpPr>
            <a:spLocks noGrp="1"/>
          </p:cNvSpPr>
          <p:nvPr/>
        </p:nvSpPr>
        <p:spPr>
          <a:xfrm>
            <a:off x="447675" y="5105400"/>
            <a:ext cx="3162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评分、评论数、大小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安装档位下界、价格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257675" y="4610100"/>
            <a:ext cx="3390900" cy="1143000"/>
          </a:xfrm>
          <a:prstGeom prst="roundRect">
            <a:avLst>
              <a:gd name="adj" fmla="val 4167"/>
            </a:avLst>
          </a:prstGeom>
          <a:solidFill>
            <a:srgbClr val="FFF4E5"/>
          </a:solidFill>
          <a:ln w="10478">
            <a:solidFill>
              <a:srgbClr val="D67A20"/>
            </a:solidFill>
            <a:prstDash val="solid"/>
          </a:ln>
        </p:spPr>
      </p:sp>
      <p:sp>
        <p:nvSpPr>
          <p:cNvPr id="22" name="统一变换与标准化"/>
          <p:cNvSpPr>
            <a:spLocks noGrp="1"/>
          </p:cNvSpPr>
          <p:nvPr/>
        </p:nvSpPr>
        <p:spPr>
          <a:xfrm>
            <a:off x="4371975" y="470535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统一变换与标准化</a:t>
            </a:r>
            <a:endParaRPr sz="180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除评分外先 log1p 共享 StandardScaler"/>
          <p:cNvSpPr>
            <a:spLocks noGrp="1"/>
          </p:cNvSpPr>
          <p:nvPr/>
        </p:nvSpPr>
        <p:spPr>
          <a:xfrm>
            <a:off x="4371975" y="5105400"/>
            <a:ext cx="3162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除评分外先 log1p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StandardScaler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181975" y="4610100"/>
            <a:ext cx="3695700" cy="1143000"/>
          </a:xfrm>
          <a:prstGeom prst="roundRect">
            <a:avLst>
              <a:gd name="adj" fmla="val 4167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25" name="统一聚类设置"/>
          <p:cNvSpPr>
            <a:spLocks noGrp="1"/>
          </p:cNvSpPr>
          <p:nvPr/>
        </p:nvSpPr>
        <p:spPr>
          <a:xfrm>
            <a:off x="8296275" y="4705350"/>
            <a:ext cx="3467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统一聚类设置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K-means；k=2…6 seed=42；n_init=10"/>
          <p:cNvSpPr>
            <a:spLocks noGrp="1"/>
          </p:cNvSpPr>
          <p:nvPr/>
        </p:nvSpPr>
        <p:spPr>
          <a:xfrm>
            <a:off x="8296275" y="5105400"/>
            <a:ext cx="3467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K-means；k=2…6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seed=42；n_init=10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直接箭头连接符 26"/>
          <p:cNvCxnSpPr>
            <a:stCxn id="18" idx="3"/>
            <a:endCxn id="21" idx="1"/>
          </p:cNvCxnSpPr>
          <p:nvPr/>
        </p:nvCxnSpPr>
        <p:spPr>
          <a:xfrm>
            <a:off x="3724275" y="5181600"/>
            <a:ext cx="533400" cy="0"/>
          </a:xfrm>
          <a:prstGeom prst="straightConnector1">
            <a:avLst/>
          </a:prstGeom>
          <a:ln w="19050">
            <a:solidFill>
              <a:srgbClr val="D67A20"/>
            </a:solidFill>
            <a:prstDash val="solid"/>
            <a:tailEnd type="triangle" w="med" len="med"/>
          </a:ln>
        </p:spPr>
      </p:cxnSp>
      <p:cxnSp>
        <p:nvCxnSpPr>
          <p:cNvPr id="28" name="直接箭头连接符 27"/>
          <p:cNvCxnSpPr>
            <a:stCxn id="21" idx="3"/>
            <a:endCxn id="24" idx="1"/>
          </p:cNvCxnSpPr>
          <p:nvPr/>
        </p:nvCxnSpPr>
        <p:spPr>
          <a:xfrm>
            <a:off x="7648575" y="5181600"/>
            <a:ext cx="533400" cy="0"/>
          </a:xfrm>
          <a:prstGeom prst="straightConnector1">
            <a:avLst/>
          </a:prstGeom>
          <a:ln w="19050">
            <a:solidFill>
              <a:srgbClr val="087F83"/>
            </a:solidFill>
            <a:prstDash val="solid"/>
            <a:tailEnd type="triangle" w="med" len="med"/>
          </a:ln>
        </p:spPr>
      </p:cxnSp>
      <p:sp>
        <p:nvSpPr>
          <p:cNvPr id="29" name="共享标准化器在 7,424 条完整、有效、精确去重的参考记录上拟合；共同样本对照另固定 k=4。"/>
          <p:cNvSpPr>
            <a:spLocks noGrp="1"/>
          </p:cNvSpPr>
          <p:nvPr/>
        </p:nvSpPr>
        <p:spPr>
          <a:xfrm>
            <a:off x="381000" y="5953125"/>
            <a:ext cx="114585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共享标准化器在 7,424 条完整、有效、精确去重的参考记录上拟合；共同样本对照另固定 k=4。</a:t>
            </a:r>
            <a:endParaRPr sz="1500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6. 实验结果：策略改变样本覆盖，共同完整记录的分群不变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实验结果对比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7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来源：comparison.csv、common_group_ari.csv；保留率分母为 10,841 条"/>
          <p:cNvSpPr>
            <a:spLocks noGrp="1"/>
          </p:cNvSpPr>
          <p:nvPr/>
        </p:nvSpPr>
        <p:spPr>
          <a:xfrm>
            <a:off x="304800" y="6553200"/>
            <a:ext cx="7762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来源：comparison.csv、common_group_ari.csv；原始记录 10,841 条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087F83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333375" y="1257300"/>
          <a:ext cx="5467350" cy="26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矩形 35"/>
          <p:cNvSpPr>
            <a:spLocks noGrp="1"/>
          </p:cNvSpPr>
          <p:nvPr/>
        </p:nvSpPr>
        <p:spPr>
          <a:xfrm>
            <a:off x="333375" y="847725"/>
            <a:ext cx="47625" cy="238125"/>
          </a:xfrm>
          <a:prstGeom prst="rect">
            <a:avLst/>
          </a:prstGeom>
          <a:solidFill>
            <a:srgbClr val="D67A20"/>
          </a:solidFill>
          <a:ln w="0">
            <a:noFill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76250" y="790575"/>
            <a:ext cx="114014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为什么三组进入聚类的记录数不同？</a:t>
            </a:r>
            <a:endParaRPr sz="180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8" name="表格 37"/>
          <p:cNvGraphicFramePr/>
          <p:nvPr/>
        </p:nvGraphicFramePr>
        <p:xfrm>
          <a:off x="6115050" y="1257300"/>
          <a:ext cx="5762625" cy="2362200"/>
        </p:xfrm>
        <a:graphic>
          <a:graphicData uri="http://schemas.openxmlformats.org/drawingml/2006/table">
            <a:tbl>
              <a:tblPr/>
              <a:tblGrid>
                <a:gridCol w="1333500"/>
                <a:gridCol w="4429125"/>
              </a:tblGrid>
              <a:tr h="3619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方案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L w="6668">
                      <a:solidFill>
                        <a:srgbClr val="C3CEDA"/>
                      </a:solidFill>
                      <a:prstDash val="solid"/>
                    </a:lnL>
                    <a:lnR w="6668">
                      <a:solidFill>
                        <a:srgbClr val="C3CEDA"/>
                      </a:solidFill>
                      <a:prstDash val="solid"/>
                    </a:lnR>
                    <a:lnT w="6668">
                      <a:solidFill>
                        <a:srgbClr val="C3CEDA"/>
                      </a:solidFill>
                      <a:prstDash val="solid"/>
                    </a:lnT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记录数不同的原因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R w="6668">
                      <a:solidFill>
                        <a:srgbClr val="C3CEDA"/>
                      </a:solidFill>
                      <a:prstDash val="solid"/>
                    </a:lnR>
                    <a:lnT w="6668">
                      <a:solidFill>
                        <a:srgbClr val="C3CEDA"/>
                      </a:solidFill>
                      <a:prstDash val="solid"/>
                    </a:lnT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1">
                          <a:solidFill>
                            <a:srgbClr val="73879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最低必要</a:t>
                      </a:r>
                      <a:endParaRPr sz="1500" b="1">
                        <a:solidFill>
                          <a:srgbClr val="73879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L w="6668">
                      <a:solidFill>
                        <a:srgbClr val="C3CEDA"/>
                      </a:solidFill>
                      <a:prstDash val="solid"/>
                    </a:lnL>
                    <a:lnR w="6668">
                      <a:solidFill>
                        <a:srgbClr val="C3CEDA"/>
                      </a:solidFill>
                      <a:prstDash val="solid"/>
                    </a:lnR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不去重、不填补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仅特征完整的记录参与聚类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R w="6668">
                      <a:solidFill>
                        <a:srgbClr val="C3CEDA"/>
                      </a:solidFill>
                      <a:prstDash val="solid"/>
                    </a:lnR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1">
                          <a:solidFill>
                            <a:srgbClr val="087F8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固定规则</a:t>
                      </a:r>
                      <a:endParaRPr sz="1500" b="1">
                        <a:solidFill>
                          <a:srgbClr val="087F8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L w="6668">
                      <a:solidFill>
                        <a:srgbClr val="C3CEDA"/>
                      </a:solidFill>
                      <a:prstDash val="solid"/>
                    </a:lnL>
                    <a:lnR w="6668">
                      <a:solidFill>
                        <a:srgbClr val="C3CEDA"/>
                      </a:solidFill>
                      <a:prstDash val="solid"/>
                    </a:lnR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去重后，评分和大小都填补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可参与聚类的记录最多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R w="6668">
                      <a:solidFill>
                        <a:srgbClr val="C3CEDA"/>
                      </a:solidFill>
                      <a:prstDash val="solid"/>
                    </a:lnR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1">
                          <a:solidFill>
                            <a:srgbClr val="7750A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智能体</a:t>
                      </a:r>
                      <a:endParaRPr sz="1500" b="1">
                        <a:solidFill>
                          <a:srgbClr val="7750A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L w="6668">
                      <a:solidFill>
                        <a:srgbClr val="C3CEDA"/>
                      </a:solidFill>
                      <a:prstDash val="solid"/>
                    </a:lnL>
                    <a:lnR w="6668">
                      <a:solidFill>
                        <a:srgbClr val="C3CEDA"/>
                      </a:solidFill>
                      <a:prstDash val="solid"/>
                    </a:lnR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去重后，大小按类别填补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lnSpc>
                          <a:spcPct val="106000"/>
                        </a:lnSpc>
                        <a:buNone/>
                      </a:pPr>
                      <a:r>
                        <a:rPr sz="150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评分缺失的记录不参与聚类</a:t>
                      </a:r>
                      <a:endParaRPr sz="1500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3825" marR="114300" marT="47625" marB="47625" anchor="ctr">
                    <a:lnR w="6668">
                      <a:solidFill>
                        <a:srgbClr val="C3CEDA"/>
                      </a:solidFill>
                      <a:prstDash val="solid"/>
                    </a:lnR>
                    <a:lnB w="6668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矩形 38"/>
          <p:cNvSpPr>
            <a:spLocks noGrp="1"/>
          </p:cNvSpPr>
          <p:nvPr/>
        </p:nvSpPr>
        <p:spPr>
          <a:xfrm>
            <a:off x="6153150" y="3676650"/>
            <a:ext cx="56673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智能体比固定规则少 1,465 条：这些记录评分缺失，</a:t>
            </a:r>
            <a:endParaRPr sz="1425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仍保留在清洗档案中，但不参与聚类。</a:t>
            </a:r>
            <a:endParaRPr sz="1425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33375" y="4219575"/>
            <a:ext cx="11544300" cy="628650"/>
          </a:xfrm>
          <a:prstGeom prst="rect">
            <a:avLst/>
          </a:prstGeom>
          <a:solidFill>
            <a:srgbClr val="F3EFF9"/>
          </a:solidFill>
          <a:ln w="0">
            <a:noFill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476250" y="4267200"/>
            <a:ext cx="1428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轮廓系数</a:t>
            </a:r>
            <a:endParaRPr sz="1575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000250" y="4267200"/>
            <a:ext cx="969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最低必要 0.3483　　固定规则 0.4178　　智能体 0.3665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476250" y="4552950"/>
            <a:ext cx="112299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各组均为 k=3、抽样 1,500 条；样本构成不同，不能凭这些分数判断哪种处理策略更好。</a:t>
            </a:r>
            <a:endParaRPr sz="142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33375" y="5010150"/>
            <a:ext cx="47625" cy="238125"/>
          </a:xfrm>
          <a:prstGeom prst="rect">
            <a:avLst/>
          </a:prstGeom>
          <a:solidFill>
            <a:srgbClr val="087F83"/>
          </a:solidFill>
          <a:ln w="0">
            <a:noFill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76250" y="4953000"/>
            <a:ext cx="114014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同一批完整记录，分群会变吗？</a:t>
            </a:r>
            <a:endParaRPr sz="180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33375" y="5381625"/>
            <a:ext cx="11544300" cy="942975"/>
          </a:xfrm>
          <a:prstGeom prst="rect">
            <a:avLst/>
          </a:prstGeom>
          <a:solidFill>
            <a:srgbClr val="EAF7F5"/>
          </a:solidFill>
          <a:ln w="0">
            <a:noFill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485775" y="5419725"/>
            <a:ext cx="5476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选取共同的 7,424 条完整记录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85775" y="5734050"/>
            <a:ext cx="5476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三组特征值相同（最大差为 0），统一 k=4。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038850" y="5505450"/>
            <a:ext cx="9525" cy="447675"/>
          </a:xfrm>
          <a:prstGeom prst="rect">
            <a:avLst/>
          </a:prstGeom>
          <a:solidFill>
            <a:srgbClr val="C3CEDA"/>
          </a:solidFill>
          <a:ln w="0">
            <a:noFill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257925" y="5419725"/>
            <a:ext cx="54483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ARI = 1：三组分群完全一致</a:t>
            </a:r>
            <a:endParaRPr sz="180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257925" y="5734050"/>
            <a:ext cx="5448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即同一批记录中，谁与谁同组的判断相同。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85775" y="6029325"/>
            <a:ext cx="1122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说明：主要差别是哪些记录能参与聚类，以及缺失特征如何填补。</a:t>
            </a:r>
            <a:endParaRPr sz="1575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" name="矩形 42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7. 分群解释：把统计结果转成可以使用的应用画像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聚类结果解释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8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数据：agent/clusters.csv、cluster_profiles.csv；PCA 仅用于展示，不重新聚类"/>
          <p:cNvSpPr>
            <a:spLocks noGrp="1"/>
          </p:cNvSpPr>
          <p:nvPr/>
        </p:nvSpPr>
        <p:spPr>
          <a:xfrm>
            <a:off x="304800" y="6553200"/>
            <a:ext cx="7762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数据：agent/clusters.csv、cluster_profiles.csv；PCA 仅用于展示，不重新聚类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087F83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Chart"/>
          <p:cNvGraphicFramePr/>
          <p:nvPr/>
        </p:nvGraphicFramePr>
        <p:xfrm>
          <a:off x="333375" y="1638300"/>
          <a:ext cx="6362700" cy="379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4" name="智能体组 8,892 条记录：较大规模免费、较小规模免费与付费三类画像。"/>
          <p:cNvSpPr>
            <a:spLocks noGrp="1"/>
          </p:cNvSpPr>
          <p:nvPr/>
        </p:nvSpPr>
        <p:spPr>
          <a:xfrm>
            <a:off x="323850" y="723900"/>
            <a:ext cx="11544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智能体组 8,892 条记录：较大规模免费、较小规模免费与付费三类画像。</a:t>
            </a:r>
            <a:endParaRPr sz="1950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14"/>
          <p:cNvSpPr>
            <a:spLocks noGrp="1"/>
          </p:cNvSpPr>
          <p:nvPr/>
        </p:nvSpPr>
        <p:spPr>
          <a:xfrm>
            <a:off x="323850" y="1228725"/>
            <a:ext cx="47625" cy="238125"/>
          </a:xfrm>
          <a:prstGeom prst="rect">
            <a:avLst/>
          </a:prstGeom>
          <a:solidFill>
            <a:srgbClr val="236DB2"/>
          </a:solidFill>
          <a:ln w="0">
            <a:noFill/>
            <a:prstDash val="solid"/>
          </a:ln>
        </p:spPr>
      </p:sp>
      <p:sp>
        <p:nvSpPr>
          <p:cNvPr id="46" name="既有分群的二维投影"/>
          <p:cNvSpPr>
            <a:spLocks noGrp="1"/>
          </p:cNvSpPr>
          <p:nvPr/>
        </p:nvSpPr>
        <p:spPr>
          <a:xfrm>
            <a:off x="466725" y="1181100"/>
            <a:ext cx="62484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既有分群的二维投影</a:t>
            </a:r>
            <a:endParaRPr sz="180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椭圆 17"/>
          <p:cNvSpPr>
            <a:spLocks noGrp="1"/>
          </p:cNvSpPr>
          <p:nvPr/>
        </p:nvSpPr>
        <p:spPr>
          <a:xfrm>
            <a:off x="447675" y="5619750"/>
            <a:ext cx="123825" cy="123825"/>
          </a:xfrm>
          <a:prstGeom prst="ellipse">
            <a:avLst/>
          </a:prstGeom>
          <a:solidFill>
            <a:srgbClr val="236DB2"/>
          </a:solidFill>
          <a:ln w="0">
            <a:noFill/>
          </a:ln>
        </p:spPr>
      </p:sp>
      <p:sp>
        <p:nvSpPr>
          <p:cNvPr id="48" name="较大规模免费"/>
          <p:cNvSpPr>
            <a:spLocks noGrp="1"/>
          </p:cNvSpPr>
          <p:nvPr/>
        </p:nvSpPr>
        <p:spPr>
          <a:xfrm>
            <a:off x="647700" y="5534025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较大规模免费</a:t>
            </a:r>
            <a:endParaRPr sz="1425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19"/>
          <p:cNvSpPr>
            <a:spLocks noGrp="1"/>
          </p:cNvSpPr>
          <p:nvPr/>
        </p:nvSpPr>
        <p:spPr>
          <a:xfrm>
            <a:off x="2533650" y="5619750"/>
            <a:ext cx="123825" cy="123825"/>
          </a:xfrm>
          <a:prstGeom prst="rect">
            <a:avLst/>
          </a:prstGeom>
          <a:solidFill>
            <a:srgbClr val="087F83"/>
          </a:solidFill>
          <a:ln w="0">
            <a:noFill/>
          </a:ln>
        </p:spPr>
      </p:sp>
      <p:sp>
        <p:nvSpPr>
          <p:cNvPr id="50" name="较小规模免费"/>
          <p:cNvSpPr>
            <a:spLocks noGrp="1"/>
          </p:cNvSpPr>
          <p:nvPr/>
        </p:nvSpPr>
        <p:spPr>
          <a:xfrm>
            <a:off x="2733675" y="5534025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较小规模免费</a:t>
            </a:r>
            <a:endParaRPr sz="1425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等腰三角形 21"/>
          <p:cNvSpPr>
            <a:spLocks noGrp="1"/>
          </p:cNvSpPr>
          <p:nvPr/>
        </p:nvSpPr>
        <p:spPr>
          <a:xfrm>
            <a:off x="4619625" y="5619750"/>
            <a:ext cx="123825" cy="123825"/>
          </a:xfrm>
          <a:prstGeom prst="triangle">
            <a:avLst/>
          </a:prstGeom>
          <a:solidFill>
            <a:srgbClr val="D67A20"/>
          </a:solidFill>
          <a:ln w="0">
            <a:noFill/>
          </a:ln>
        </p:spPr>
      </p:sp>
      <p:sp>
        <p:nvSpPr>
          <p:cNvPr id="52" name="付费"/>
          <p:cNvSpPr>
            <a:spLocks noGrp="1"/>
          </p:cNvSpPr>
          <p:nvPr/>
        </p:nvSpPr>
        <p:spPr>
          <a:xfrm>
            <a:off x="4819650" y="5534025"/>
            <a:ext cx="1828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</a:t>
            </a:r>
            <a:endParaRPr sz="1425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PCA 拟合全部 8,892 条；固定随机抽样展示 1,500 条（seed=42）。"/>
          <p:cNvSpPr>
            <a:spLocks noGrp="1"/>
          </p:cNvSpPr>
          <p:nvPr/>
        </p:nvSpPr>
        <p:spPr>
          <a:xfrm>
            <a:off x="400050" y="5953125"/>
            <a:ext cx="63150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PCA 拟合全部 8,892 条；固定随机抽样展示 1,500 条（seed=42）。</a:t>
            </a:r>
            <a:endParaRPr sz="1200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24"/>
          <p:cNvSpPr>
            <a:spLocks noGrp="1"/>
          </p:cNvSpPr>
          <p:nvPr/>
        </p:nvSpPr>
        <p:spPr>
          <a:xfrm>
            <a:off x="7019925" y="1200150"/>
            <a:ext cx="4857750" cy="1171575"/>
          </a:xfrm>
          <a:prstGeom prst="roundRect">
            <a:avLst>
              <a:gd name="adj" fmla="val 4065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55" name="矩形 25"/>
          <p:cNvSpPr>
            <a:spLocks noGrp="1"/>
          </p:cNvSpPr>
          <p:nvPr/>
        </p:nvSpPr>
        <p:spPr>
          <a:xfrm>
            <a:off x="7029450" y="1209675"/>
            <a:ext cx="4838700" cy="381000"/>
          </a:xfrm>
          <a:prstGeom prst="rect">
            <a:avLst/>
          </a:prstGeom>
          <a:solidFill>
            <a:srgbClr val="EEF5FD"/>
          </a:solidFill>
          <a:ln w="0">
            <a:noFill/>
            <a:prstDash val="solid"/>
          </a:ln>
        </p:spPr>
      </p:sp>
      <p:sp>
        <p:nvSpPr>
          <p:cNvPr id="56" name="较大规模免费  ·  4,712 条"/>
          <p:cNvSpPr>
            <a:spLocks noGrp="1"/>
          </p:cNvSpPr>
          <p:nvPr/>
        </p:nvSpPr>
        <p:spPr>
          <a:xfrm>
            <a:off x="7143750" y="1238250"/>
            <a:ext cx="461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较大规模免费  ·  4,712 条</a:t>
            </a:r>
            <a:endParaRPr sz="165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评分 4.3   |   安装下界 500 万   |   价格 $0"/>
          <p:cNvSpPr>
            <a:spLocks noGrp="1"/>
          </p:cNvSpPr>
          <p:nvPr/>
        </p:nvSpPr>
        <p:spPr>
          <a:xfrm>
            <a:off x="7153275" y="165735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 4.3   |   安装下界 500 万   |   价格 $0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评论 60,695.5；大小 18.0 MB"/>
          <p:cNvSpPr>
            <a:spLocks noGrp="1"/>
          </p:cNvSpPr>
          <p:nvPr/>
        </p:nvSpPr>
        <p:spPr>
          <a:xfrm>
            <a:off x="7153275" y="2019300"/>
            <a:ext cx="4591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 60,695.5；大小 18.0 MB</a:t>
            </a:r>
            <a:endParaRPr sz="142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圆角矩形 29"/>
          <p:cNvSpPr>
            <a:spLocks noGrp="1"/>
          </p:cNvSpPr>
          <p:nvPr/>
        </p:nvSpPr>
        <p:spPr>
          <a:xfrm>
            <a:off x="7019925" y="2505075"/>
            <a:ext cx="4857750" cy="1171575"/>
          </a:xfrm>
          <a:prstGeom prst="roundRect">
            <a:avLst>
              <a:gd name="adj" fmla="val 4065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60" name="矩形 30"/>
          <p:cNvSpPr>
            <a:spLocks noGrp="1"/>
          </p:cNvSpPr>
          <p:nvPr/>
        </p:nvSpPr>
        <p:spPr>
          <a:xfrm>
            <a:off x="7029450" y="2514600"/>
            <a:ext cx="4838700" cy="381000"/>
          </a:xfrm>
          <a:prstGeom prst="rect">
            <a:avLst/>
          </a:prstGeom>
          <a:solidFill>
            <a:srgbClr val="EAF7F5"/>
          </a:solidFill>
          <a:ln w="0">
            <a:noFill/>
            <a:prstDash val="solid"/>
          </a:ln>
        </p:spPr>
      </p:sp>
      <p:sp>
        <p:nvSpPr>
          <p:cNvPr id="61" name="较小规模免费  ·  3,693 条"/>
          <p:cNvSpPr>
            <a:spLocks noGrp="1"/>
          </p:cNvSpPr>
          <p:nvPr/>
        </p:nvSpPr>
        <p:spPr>
          <a:xfrm>
            <a:off x="7143750" y="2543175"/>
            <a:ext cx="461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较小规模免费  ·  3,693 条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评分 4.2   |   安装下界 1 万   |   价格 $0"/>
          <p:cNvSpPr>
            <a:spLocks noGrp="1"/>
          </p:cNvSpPr>
          <p:nvPr/>
        </p:nvSpPr>
        <p:spPr>
          <a:xfrm>
            <a:off x="7153275" y="2962275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 4.2   |   安装下界 1 万   |   价格 $0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评论 122；大小 7.8 MB"/>
          <p:cNvSpPr>
            <a:spLocks noGrp="1"/>
          </p:cNvSpPr>
          <p:nvPr/>
        </p:nvSpPr>
        <p:spPr>
          <a:xfrm>
            <a:off x="7153275" y="3324225"/>
            <a:ext cx="4591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 122；大小 7.8 MB</a:t>
            </a:r>
            <a:endParaRPr sz="142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圆角矩形 34"/>
          <p:cNvSpPr>
            <a:spLocks noGrp="1"/>
          </p:cNvSpPr>
          <p:nvPr/>
        </p:nvSpPr>
        <p:spPr>
          <a:xfrm>
            <a:off x="7019925" y="3810000"/>
            <a:ext cx="4857750" cy="1171575"/>
          </a:xfrm>
          <a:prstGeom prst="roundRect">
            <a:avLst>
              <a:gd name="adj" fmla="val 4065"/>
            </a:avLst>
          </a:prstGeom>
          <a:solidFill>
            <a:srgbClr val="FFF4E5"/>
          </a:solidFill>
          <a:ln w="10478">
            <a:solidFill>
              <a:srgbClr val="D67A20"/>
            </a:solidFill>
            <a:prstDash val="solid"/>
          </a:ln>
        </p:spPr>
      </p:sp>
      <p:sp>
        <p:nvSpPr>
          <p:cNvPr id="65" name="矩形 35"/>
          <p:cNvSpPr>
            <a:spLocks noGrp="1"/>
          </p:cNvSpPr>
          <p:nvPr/>
        </p:nvSpPr>
        <p:spPr>
          <a:xfrm>
            <a:off x="7029450" y="3819525"/>
            <a:ext cx="4838700" cy="381000"/>
          </a:xfrm>
          <a:prstGeom prst="rect">
            <a:avLst/>
          </a:prstGeom>
          <a:solidFill>
            <a:srgbClr val="FFF4E5"/>
          </a:solidFill>
          <a:ln w="0">
            <a:noFill/>
            <a:prstDash val="solid"/>
          </a:ln>
        </p:spPr>
      </p:sp>
      <p:sp>
        <p:nvSpPr>
          <p:cNvPr id="66" name="付费  ·  487 条"/>
          <p:cNvSpPr>
            <a:spLocks noGrp="1"/>
          </p:cNvSpPr>
          <p:nvPr/>
        </p:nvSpPr>
        <p:spPr>
          <a:xfrm>
            <a:off x="7143750" y="3848100"/>
            <a:ext cx="46101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  ·  487 条</a:t>
            </a:r>
            <a:endParaRPr sz="165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评分 4.4   |   安装下界 5 千   |   价格 $3.99"/>
          <p:cNvSpPr>
            <a:spLocks noGrp="1"/>
          </p:cNvSpPr>
          <p:nvPr/>
        </p:nvSpPr>
        <p:spPr>
          <a:xfrm>
            <a:off x="7153275" y="4267200"/>
            <a:ext cx="459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 4.4   |   安装下界 5 千   |   价格 $3.99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评论 291；大小 11.0 MB"/>
          <p:cNvSpPr>
            <a:spLocks noGrp="1"/>
          </p:cNvSpPr>
          <p:nvPr/>
        </p:nvSpPr>
        <p:spPr>
          <a:xfrm>
            <a:off x="7153275" y="4629150"/>
            <a:ext cx="45910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 291；大小 11.0 MB</a:t>
            </a:r>
            <a:endParaRPr sz="142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39"/>
          <p:cNvSpPr>
            <a:spLocks noGrp="1"/>
          </p:cNvSpPr>
          <p:nvPr/>
        </p:nvSpPr>
        <p:spPr>
          <a:xfrm>
            <a:off x="7019925" y="5257800"/>
            <a:ext cx="4857750" cy="1047750"/>
          </a:xfrm>
          <a:prstGeom prst="roundRect">
            <a:avLst>
              <a:gd name="adj" fmla="val 3636"/>
            </a:avLst>
          </a:prstGeom>
          <a:solidFill>
            <a:srgbClr val="F2F5F8"/>
          </a:solidFill>
          <a:ln w="10478">
            <a:solidFill>
              <a:srgbClr val="C3CEDA"/>
            </a:solidFill>
            <a:prstDash val="solid"/>
          </a:ln>
        </p:spPr>
      </p:sp>
      <p:sp>
        <p:nvSpPr>
          <p:cNvPr id="70" name="怎么用？"/>
          <p:cNvSpPr>
            <a:spLocks noGrp="1"/>
          </p:cNvSpPr>
          <p:nvPr/>
        </p:nvSpPr>
        <p:spPr>
          <a:xfrm>
            <a:off x="7162800" y="5305425"/>
            <a:ext cx="4524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6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用于应用比较与筛选</a:t>
            </a:r>
            <a:endParaRPr sz="1725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先按规模与收费方式选群体，再结合类别筛选竞品。 特征为簇内中位数；名称不代表质量等级。"/>
          <p:cNvSpPr>
            <a:spLocks noGrp="1"/>
          </p:cNvSpPr>
          <p:nvPr/>
        </p:nvSpPr>
        <p:spPr>
          <a:xfrm>
            <a:off x="7162800" y="5667375"/>
            <a:ext cx="45243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4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2000"/>
              </a:lnSpc>
              <a:buNone/>
              <a:def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先按规模与收费方式找到可比较的应用群体，</a:t>
            </a:r>
            <a:endParaRPr sz="142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再结合类别与需求缩小筛选范围。</a:t>
            </a:r>
            <a:endParaRPr sz="142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画像为簇内中位数，</a:t>
            </a:r>
            <a:r>
              <a:rPr sz="1390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不是应用质量排名</a:t>
            </a:r>
            <a:r>
              <a:rPr sz="139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" name="矩形 59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8. 运行与核验：从模型请求一直追到工具执行结果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 运行记录与核验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9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日志时间：2026-10-26 北京时间；主实验 + 3 次补充调用，共 5,489 tokens"/>
          <p:cNvSpPr>
            <a:spLocks noGrp="1"/>
          </p:cNvSpPr>
          <p:nvPr/>
        </p:nvSpPr>
        <p:spPr>
          <a:xfrm>
            <a:off x="304800" y="6553200"/>
            <a:ext cx="77628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日志时间：2026-10-26 北京时间；主实验 + 3 次补充调用，共 5,489 tokens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087F83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3850" y="847725"/>
            <a:ext cx="47625" cy="238125"/>
          </a:xfrm>
          <a:prstGeom prst="rect">
            <a:avLst/>
          </a:prstGeom>
          <a:solidFill>
            <a:srgbClr val="7750A5"/>
          </a:solidFill>
          <a:ln w="0">
            <a:noFill/>
            <a:prstDash val="solid"/>
          </a:ln>
        </p:spPr>
      </p:sp>
      <p:sp>
        <p:nvSpPr>
          <p:cNvPr id="15" name="主实验智能体分支：实际运行时间线"/>
          <p:cNvSpPr>
            <a:spLocks noGrp="1"/>
          </p:cNvSpPr>
          <p:nvPr/>
        </p:nvSpPr>
        <p:spPr>
          <a:xfrm>
            <a:off x="466725" y="800100"/>
            <a:ext cx="612457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主实验智能体分支：实际运行时间线</a:t>
            </a:r>
            <a:endParaRPr sz="180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790700" y="1409700"/>
            <a:ext cx="19050" cy="4038600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17" name="22:57:13.298"/>
          <p:cNvSpPr>
            <a:spLocks noGrp="1"/>
          </p:cNvSpPr>
          <p:nvPr/>
        </p:nvSpPr>
        <p:spPr>
          <a:xfrm>
            <a:off x="333375" y="1323975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22:57:13.298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1724025" y="1419225"/>
            <a:ext cx="152400" cy="152400"/>
          </a:xfrm>
          <a:prstGeom prst="ellipse">
            <a:avLst/>
          </a:prstGeom>
          <a:solidFill>
            <a:srgbClr val="7750A5"/>
          </a:solidFill>
          <a:ln w="0">
            <a:noFill/>
          </a:ln>
        </p:spPr>
      </p:sp>
      <p:sp>
        <p:nvSpPr>
          <p:cNvPr id="19" name="llm_request"/>
          <p:cNvSpPr>
            <a:spLocks noGrp="1"/>
          </p:cNvSpPr>
          <p:nvPr/>
        </p:nvSpPr>
        <p:spPr>
          <a:xfrm>
            <a:off x="2057400" y="132397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llm_request</a:t>
            </a:r>
            <a:endParaRPr sz="165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发送统计、样例与约束"/>
          <p:cNvSpPr>
            <a:spLocks noGrp="1"/>
          </p:cNvSpPr>
          <p:nvPr/>
        </p:nvSpPr>
        <p:spPr>
          <a:xfrm>
            <a:off x="2057400" y="161925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发送统计、样例与约束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22:57:15.418"/>
          <p:cNvSpPr>
            <a:spLocks noGrp="1"/>
          </p:cNvSpPr>
          <p:nvPr/>
        </p:nvSpPr>
        <p:spPr>
          <a:xfrm>
            <a:off x="333375" y="19431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22:57:15.418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1724025" y="2038350"/>
            <a:ext cx="152400" cy="152400"/>
          </a:xfrm>
          <a:prstGeom prst="ellipse">
            <a:avLst/>
          </a:prstGeom>
          <a:solidFill>
            <a:srgbClr val="7750A5"/>
          </a:solidFill>
          <a:ln w="0">
            <a:noFill/>
          </a:ln>
        </p:spPr>
      </p:sp>
      <p:sp>
        <p:nvSpPr>
          <p:cNvPr id="23" name="llm_response"/>
          <p:cNvSpPr>
            <a:spLocks noGrp="1"/>
          </p:cNvSpPr>
          <p:nvPr/>
        </p:nvSpPr>
        <p:spPr>
          <a:xfrm>
            <a:off x="2057400" y="19431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llm_response</a:t>
            </a:r>
            <a:endParaRPr sz="165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返回策略并通过结构校验"/>
          <p:cNvSpPr>
            <a:spLocks noGrp="1"/>
          </p:cNvSpPr>
          <p:nvPr/>
        </p:nvSpPr>
        <p:spPr>
          <a:xfrm>
            <a:off x="2057400" y="2238375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返回策略并通过结构校验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22:57:16.927"/>
          <p:cNvSpPr>
            <a:spLocks noGrp="1"/>
          </p:cNvSpPr>
          <p:nvPr/>
        </p:nvSpPr>
        <p:spPr>
          <a:xfrm>
            <a:off x="333375" y="2562225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22:57:16.927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724025" y="2657475"/>
            <a:ext cx="152400" cy="152400"/>
          </a:xfrm>
          <a:prstGeom prst="ellipse">
            <a:avLst/>
          </a:prstGeom>
          <a:solidFill>
            <a:srgbClr val="087F83"/>
          </a:solidFill>
          <a:ln w="0">
            <a:noFill/>
          </a:ln>
        </p:spPr>
      </p:sp>
      <p:sp>
        <p:nvSpPr>
          <p:cNvPr id="27" name="解析与隔离"/>
          <p:cNvSpPr>
            <a:spLocks noGrp="1"/>
          </p:cNvSpPr>
          <p:nvPr/>
        </p:nvSpPr>
        <p:spPr>
          <a:xfrm>
            <a:off x="2057400" y="256222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解析与隔离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10,841 → 10,840（隔离 1 条）"/>
          <p:cNvSpPr>
            <a:spLocks noGrp="1"/>
          </p:cNvSpPr>
          <p:nvPr/>
        </p:nvSpPr>
        <p:spPr>
          <a:xfrm>
            <a:off x="2057400" y="285750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10,841 → 10,840（隔离 1 条）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22:57:16.953"/>
          <p:cNvSpPr>
            <a:spLocks noGrp="1"/>
          </p:cNvSpPr>
          <p:nvPr/>
        </p:nvSpPr>
        <p:spPr>
          <a:xfrm>
            <a:off x="333375" y="318135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22:57:16.953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1724025" y="3276600"/>
            <a:ext cx="152400" cy="152400"/>
          </a:xfrm>
          <a:prstGeom prst="ellipse">
            <a:avLst/>
          </a:prstGeom>
          <a:solidFill>
            <a:srgbClr val="087F83"/>
          </a:solidFill>
          <a:ln w="0">
            <a:noFill/>
          </a:ln>
        </p:spPr>
      </p:sp>
      <p:sp>
        <p:nvSpPr>
          <p:cNvPr id="31" name="精确去重"/>
          <p:cNvSpPr>
            <a:spLocks noGrp="1"/>
          </p:cNvSpPr>
          <p:nvPr/>
        </p:nvSpPr>
        <p:spPr>
          <a:xfrm>
            <a:off x="2057400" y="318135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精确去重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移除 483 条完全重复多余项"/>
          <p:cNvSpPr>
            <a:spLocks noGrp="1"/>
          </p:cNvSpPr>
          <p:nvPr/>
        </p:nvSpPr>
        <p:spPr>
          <a:xfrm>
            <a:off x="2057400" y="3476625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移除 483 条完全重复多余项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22:57:16.955"/>
          <p:cNvSpPr>
            <a:spLocks noGrp="1"/>
          </p:cNvSpPr>
          <p:nvPr/>
        </p:nvSpPr>
        <p:spPr>
          <a:xfrm>
            <a:off x="333375" y="3800475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22:57:16.955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1724025" y="3895725"/>
            <a:ext cx="152400" cy="152400"/>
          </a:xfrm>
          <a:prstGeom prst="ellipse">
            <a:avLst/>
          </a:prstGeom>
          <a:solidFill>
            <a:srgbClr val="D67A20"/>
          </a:solidFill>
          <a:ln w="0">
            <a:noFill/>
          </a:ln>
        </p:spPr>
      </p:sp>
      <p:sp>
        <p:nvSpPr>
          <p:cNvPr id="35" name="评分策略"/>
          <p:cNvSpPr>
            <a:spLocks noGrp="1"/>
          </p:cNvSpPr>
          <p:nvPr/>
        </p:nvSpPr>
        <p:spPr>
          <a:xfrm>
            <a:off x="2057400" y="380047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评分策略</a:t>
            </a:r>
            <a:endParaRPr sz="165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1,465 条缺失评分排除聚类"/>
          <p:cNvSpPr>
            <a:spLocks noGrp="1"/>
          </p:cNvSpPr>
          <p:nvPr/>
        </p:nvSpPr>
        <p:spPr>
          <a:xfrm>
            <a:off x="2057400" y="409575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1,465 条缺失评分排除聚类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22:57:17.014"/>
          <p:cNvSpPr>
            <a:spLocks noGrp="1"/>
          </p:cNvSpPr>
          <p:nvPr/>
        </p:nvSpPr>
        <p:spPr>
          <a:xfrm>
            <a:off x="333375" y="44196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22:57:17.014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椭圆 37"/>
          <p:cNvSpPr>
            <a:spLocks noGrp="1"/>
          </p:cNvSpPr>
          <p:nvPr/>
        </p:nvSpPr>
        <p:spPr>
          <a:xfrm>
            <a:off x="1724025" y="4514850"/>
            <a:ext cx="152400" cy="152400"/>
          </a:xfrm>
          <a:prstGeom prst="ellipse">
            <a:avLst/>
          </a:prstGeom>
          <a:solidFill>
            <a:srgbClr val="D67A20"/>
          </a:solidFill>
          <a:ln w="0">
            <a:noFill/>
          </a:ln>
        </p:spPr>
      </p:sp>
      <p:sp>
        <p:nvSpPr>
          <p:cNvPr id="39" name="大小策略"/>
          <p:cNvSpPr>
            <a:spLocks noGrp="1"/>
          </p:cNvSpPr>
          <p:nvPr/>
        </p:nvSpPr>
        <p:spPr>
          <a:xfrm>
            <a:off x="2057400" y="4419600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大小策略</a:t>
            </a:r>
            <a:endParaRPr sz="165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填补 1,526 条，回退 0 次"/>
          <p:cNvSpPr>
            <a:spLocks noGrp="1"/>
          </p:cNvSpPr>
          <p:nvPr/>
        </p:nvSpPr>
        <p:spPr>
          <a:xfrm>
            <a:off x="2057400" y="4714875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填补 1,526 条，回退 0 次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22:57:17.056"/>
          <p:cNvSpPr>
            <a:spLocks noGrp="1"/>
          </p:cNvSpPr>
          <p:nvPr/>
        </p:nvSpPr>
        <p:spPr>
          <a:xfrm>
            <a:off x="333375" y="5038725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r"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r">
              <a:lnSpc>
                <a:spcPct val="110000"/>
              </a:lnSpc>
              <a:buNone/>
              <a:def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0">
                <a:solidFill>
                  <a:srgbClr val="60718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22:57:17.056</a:t>
            </a:r>
            <a:endParaRPr sz="1350" b="0">
              <a:solidFill>
                <a:srgbClr val="60718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1724025" y="5133975"/>
            <a:ext cx="152400" cy="152400"/>
          </a:xfrm>
          <a:prstGeom prst="ellipse">
            <a:avLst/>
          </a:prstGeom>
          <a:solidFill>
            <a:srgbClr val="236DB2"/>
          </a:solidFill>
          <a:ln w="0">
            <a:noFill/>
          </a:ln>
        </p:spPr>
      </p:sp>
      <p:sp>
        <p:nvSpPr>
          <p:cNvPr id="43" name="结果验证"/>
          <p:cNvSpPr>
            <a:spLocks noGrp="1"/>
          </p:cNvSpPr>
          <p:nvPr/>
        </p:nvSpPr>
        <p:spPr>
          <a:xfrm>
            <a:off x="2057400" y="503872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结果验证</a:t>
            </a:r>
            <a:endParaRPr sz="165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清洗 10,357；聚类 8,892"/>
          <p:cNvSpPr>
            <a:spLocks noGrp="1"/>
          </p:cNvSpPr>
          <p:nvPr/>
        </p:nvSpPr>
        <p:spPr>
          <a:xfrm>
            <a:off x="2057400" y="5334000"/>
            <a:ext cx="4381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 10,357；聚类 8,892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6867525" y="876300"/>
            <a:ext cx="5010150" cy="1171575"/>
          </a:xfrm>
          <a:prstGeom prst="roundRect">
            <a:avLst>
              <a:gd name="adj" fmla="val 4065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877050" y="885825"/>
            <a:ext cx="4991100" cy="381000"/>
          </a:xfrm>
          <a:prstGeom prst="rect">
            <a:avLst/>
          </a:prstGeom>
          <a:solidFill>
            <a:srgbClr val="EEF5FD"/>
          </a:solidFill>
          <a:ln w="0">
            <a:noFill/>
            <a:prstDash val="solid"/>
          </a:ln>
        </p:spPr>
      </p:sp>
      <p:sp>
        <p:nvSpPr>
          <p:cNvPr id="47" name="人工复核：规则是否合理落地？"/>
          <p:cNvSpPr>
            <a:spLocks noGrp="1"/>
          </p:cNvSpPr>
          <p:nvPr/>
        </p:nvSpPr>
        <p:spPr>
          <a:xfrm>
            <a:off x="6991350" y="9144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人工复核：规则是否合理落地？</a:t>
            </a:r>
            <a:endParaRPr sz="165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12 项案例，四类问题各 3 项；抽查均判断合理。 逐项核对原值、动作、结果与解释。"/>
          <p:cNvSpPr>
            <a:spLocks noGrp="1"/>
          </p:cNvSpPr>
          <p:nvPr/>
        </p:nvSpPr>
        <p:spPr>
          <a:xfrm>
            <a:off x="7029450" y="1362075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项案例，四类问题各 3 项；抽查均判断合理。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逐项核对原值、动作、结果与解释。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6867525" y="2228850"/>
            <a:ext cx="5010150" cy="2247900"/>
          </a:xfrm>
          <a:prstGeom prst="roundRect">
            <a:avLst>
              <a:gd name="adj" fmla="val 2119"/>
            </a:avLst>
          </a:prstGeom>
          <a:solidFill>
            <a:srgbClr val="F3EFF9"/>
          </a:solidFill>
          <a:ln w="10478">
            <a:solidFill>
              <a:srgbClr val="7750A5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877050" y="2238375"/>
            <a:ext cx="4991100" cy="381000"/>
          </a:xfrm>
          <a:prstGeom prst="rect">
            <a:avLst/>
          </a:prstGeom>
          <a:solidFill>
            <a:srgbClr val="F3EFF9"/>
          </a:solidFill>
          <a:ln w="0">
            <a:noFill/>
            <a:prstDash val="solid"/>
          </a:ln>
        </p:spPr>
      </p:sp>
      <p:sp>
        <p:nvSpPr>
          <p:cNvPr id="51" name="重复调用：决策是否一致？"/>
          <p:cNvSpPr>
            <a:spLocks noGrp="1"/>
          </p:cNvSpPr>
          <p:nvPr/>
        </p:nvSpPr>
        <p:spPr>
          <a:xfrm>
            <a:off x="6991350" y="22669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重复调用：决策是否一致？</a:t>
            </a:r>
            <a:endParaRPr sz="1650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2" name="表格 51"/>
          <p:cNvGraphicFramePr/>
          <p:nvPr/>
        </p:nvGraphicFramePr>
        <p:xfrm>
          <a:off x="7019925" y="2695575"/>
          <a:ext cx="4695825" cy="1438276"/>
        </p:xfrm>
        <a:graphic>
          <a:graphicData uri="http://schemas.openxmlformats.org/drawingml/2006/table">
            <a:tbl>
              <a:tblPr/>
              <a:tblGrid>
                <a:gridCol w="1200150"/>
                <a:gridCol w="1990725"/>
                <a:gridCol w="1504950"/>
              </a:tblGrid>
              <a:tr h="359569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补充调用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 / 评分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7750A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大小策略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T w="7620">
                      <a:solidFill>
                        <a:srgbClr val="C3CEDA"/>
                      </a:solidFill>
                      <a:prstDash val="solid"/>
                    </a:lnT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D67A20"/>
                    </a:solidFill>
                  </a:tcPr>
                </a:tc>
              </a:tr>
              <a:tr h="359569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 1 次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 / 不填补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不填补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 2 次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 / 不填补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不填补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2F5F8"/>
                    </a:solidFill>
                  </a:tcPr>
                </a:tc>
              </a:tr>
              <a:tr h="359569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 3 次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L w="7620">
                      <a:solidFill>
                        <a:srgbClr val="C3CEDA"/>
                      </a:solidFill>
                      <a:prstDash val="solid"/>
                    </a:lnL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去重 / 不填补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类别中位数</a:t>
                      </a:r>
                      <a:endParaRPr sz="142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5725" marR="85725" marT="66675" marB="66675" anchor="ctr">
                    <a:lnR w="7620">
                      <a:solidFill>
                        <a:srgbClr val="C3CEDA"/>
                      </a:solidFill>
                      <a:prstDash val="solid"/>
                    </a:lnR>
                    <a:lnB w="7620">
                      <a:solidFill>
                        <a:srgbClr val="C3CE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去重、评分一致；大小策略出现变化。"/>
          <p:cNvSpPr>
            <a:spLocks noGrp="1"/>
          </p:cNvSpPr>
          <p:nvPr/>
        </p:nvSpPr>
        <p:spPr>
          <a:xfrm>
            <a:off x="7038975" y="4191000"/>
            <a:ext cx="4648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去重、评分一致；大小策略出现变化。</a:t>
            </a:r>
            <a:endParaRPr sz="1425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6867525" y="4667250"/>
            <a:ext cx="5010150" cy="1038225"/>
          </a:xfrm>
          <a:prstGeom prst="roundRect">
            <a:avLst>
              <a:gd name="adj" fmla="val 4587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877050" y="4676775"/>
            <a:ext cx="4991100" cy="381000"/>
          </a:xfrm>
          <a:prstGeom prst="rect">
            <a:avLst/>
          </a:prstGeom>
          <a:solidFill>
            <a:srgbClr val="EAF7F5"/>
          </a:solidFill>
          <a:ln w="0">
            <a:noFill/>
            <a:prstDash val="solid"/>
          </a:ln>
        </p:spPr>
      </p:sp>
      <p:sp>
        <p:nvSpPr>
          <p:cNvPr id="56" name="离线回放：能否从保存材料复算？"/>
          <p:cNvSpPr>
            <a:spLocks noGrp="1"/>
          </p:cNvSpPr>
          <p:nvPr/>
        </p:nvSpPr>
        <p:spPr>
          <a:xfrm>
            <a:off x="6991350" y="47053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离线回放：能否从保存材料复算？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核对 26 个 CSV 与 8 个 JSON。 从原始数据与已存策略重算，新增调用 0 次。"/>
          <p:cNvSpPr>
            <a:spLocks noGrp="1"/>
          </p:cNvSpPr>
          <p:nvPr/>
        </p:nvSpPr>
        <p:spPr>
          <a:xfrm>
            <a:off x="7029450" y="510540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 26 个 CSV 与 8 个 JSON。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从原始数据与已存策略重算，新增调用 0 次。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323850" y="5905500"/>
            <a:ext cx="11553825" cy="419100"/>
          </a:xfrm>
          <a:prstGeom prst="rect">
            <a:avLst/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59" name="4 次真实调用均一次通过校验，无实际失败重试；程序保留“校验失败反馈重试 / API 错误停止”的分支。"/>
          <p:cNvSpPr>
            <a:spLocks noGrp="1"/>
          </p:cNvSpPr>
          <p:nvPr/>
        </p:nvSpPr>
        <p:spPr>
          <a:xfrm>
            <a:off x="447675" y="5943600"/>
            <a:ext cx="11287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次真实调用均一次通过校验，无实际失败重试；程序保留“校验失败反馈重试 / API 错误停止”的分支。</a:t>
            </a:r>
            <a:endParaRPr sz="142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9. 项目使用指南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 项目使用指南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0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来源：项目报告 §4；README.md 与 docs/REPRODUCE.md；命令在 Windows PowerSh"/>
          <p:cNvSpPr>
            <a:spLocks noGrp="1"/>
          </p:cNvSpPr>
          <p:nvPr/>
        </p:nvSpPr>
        <p:spPr>
          <a:xfrm>
            <a:off x="304800" y="6553200"/>
            <a:ext cx="828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来源：项目报告 §4；README.md 与 docs/REPRODUCE.md；命令在 Windows PowerShell 中执行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236DB2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首次使用：下载安装、离线复现、查看结果"/>
          <p:cNvSpPr>
            <a:spLocks noGrp="1"/>
          </p:cNvSpPr>
          <p:nvPr/>
        </p:nvSpPr>
        <p:spPr>
          <a:xfrm>
            <a:off x="333375" y="781050"/>
            <a:ext cx="11525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首次使用：下载安装、离线复现、查看结果</a:t>
            </a:r>
            <a:endParaRPr sz="2025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23850" y="1295400"/>
            <a:ext cx="7239000" cy="2200275"/>
          </a:xfrm>
          <a:prstGeom prst="roundRect">
            <a:avLst>
              <a:gd name="adj" fmla="val 2165"/>
            </a:avLst>
          </a:prstGeom>
          <a:solidFill>
            <a:srgbClr val="EEF5FD"/>
          </a:solidFill>
          <a:ln w="10478">
            <a:solidFill>
              <a:srgbClr val="236DB2"/>
            </a:solidFill>
            <a:prstDash val="solid"/>
          </a:ln>
        </p:spPr>
      </p:sp>
      <p:sp>
        <p:nvSpPr>
          <p:cNvPr id="16" name="① 下载项目并安装依赖（Python 3.12）"/>
          <p:cNvSpPr>
            <a:spLocks noGrp="1"/>
          </p:cNvSpPr>
          <p:nvPr/>
        </p:nvSpPr>
        <p:spPr>
          <a:xfrm>
            <a:off x="466725" y="1362075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下载项目并安装依赖（Python 3.12）</a:t>
            </a:r>
            <a:endParaRPr sz="1725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git clone https://github.com/zjw-buaa/Data-Mining-sol.git cd"/>
          <p:cNvSpPr>
            <a:spLocks noGrp="1"/>
          </p:cNvSpPr>
          <p:nvPr/>
        </p:nvSpPr>
        <p:spPr>
          <a:xfrm>
            <a:off x="485775" y="1790700"/>
            <a:ext cx="6905625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git clone https://github.com/zjw-buaa/Data-Mining-sol.git</a:t>
            </a:r>
            <a:endParaRPr sz="139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cd Data-Mining-sol</a:t>
            </a:r>
            <a:endParaRPr sz="139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-m venv .venv</a:t>
            </a:r>
            <a:endParaRPr sz="139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.\.venv\Scripts\python.exe -m pip install -r requirements.lock.txt</a:t>
            </a:r>
            <a:endParaRPr sz="139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10000"/>
              </a:lnSpc>
              <a:buNone/>
              <a:def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9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.\.venv\Scripts\python.exe -m unittest discover -s tests -v</a:t>
            </a:r>
            <a:endParaRPr sz="139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323850" y="3705225"/>
            <a:ext cx="7239000" cy="1476375"/>
          </a:xfrm>
          <a:prstGeom prst="roundRect">
            <a:avLst>
              <a:gd name="adj" fmla="val 3226"/>
            </a:avLst>
          </a:prstGeom>
          <a:solidFill>
            <a:srgbClr val="F3EFF9"/>
          </a:solidFill>
          <a:ln w="10478">
            <a:solidFill>
              <a:srgbClr val="7750A5"/>
            </a:solidFill>
            <a:prstDash val="solid"/>
          </a:ln>
        </p:spPr>
      </p:sp>
      <p:sp>
        <p:nvSpPr>
          <p:cNvPr id="19" name="② 离线复现已保存的实验"/>
          <p:cNvSpPr>
            <a:spLocks noGrp="1"/>
          </p:cNvSpPr>
          <p:nvPr/>
        </p:nvSpPr>
        <p:spPr>
          <a:xfrm>
            <a:off x="466725" y="37719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775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离线复现已保存的实验</a:t>
            </a:r>
            <a:endParaRPr sz="1725" b="1">
              <a:solidFill>
                <a:srgbClr val="775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.\.venv\Scripts\python.exe run.py --replay"/>
          <p:cNvSpPr>
            <a:spLocks noGrp="1"/>
          </p:cNvSpPr>
          <p:nvPr/>
        </p:nvSpPr>
        <p:spPr>
          <a:xfrm>
            <a:off x="485775" y="4257675"/>
            <a:ext cx="690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7750A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.\.venv\Scripts\python.exe run.py --replay</a:t>
            </a:r>
            <a:endParaRPr sz="1800" b="0">
              <a:solidFill>
                <a:srgbClr val="7750A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无需 API 密钥；读取原始数据和保存的策略，重新处理并聚类。"/>
          <p:cNvSpPr>
            <a:spLocks noGrp="1"/>
          </p:cNvSpPr>
          <p:nvPr/>
        </p:nvSpPr>
        <p:spPr>
          <a:xfrm>
            <a:off x="485775" y="4714875"/>
            <a:ext cx="69056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 API 密钥；读取原始数据和保存的策略，重新处理并聚类。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800975" y="1295400"/>
            <a:ext cx="4076700" cy="3886200"/>
          </a:xfrm>
          <a:prstGeom prst="roundRect">
            <a:avLst>
              <a:gd name="adj" fmla="val 1225"/>
            </a:avLst>
          </a:prstGeom>
          <a:solidFill>
            <a:srgbClr val="EAF7F5"/>
          </a:solidFill>
          <a:ln w="10478">
            <a:solidFill>
              <a:srgbClr val="087F83"/>
            </a:solidFill>
            <a:prstDash val="solid"/>
          </a:ln>
        </p:spPr>
      </p:sp>
      <p:sp>
        <p:nvSpPr>
          <p:cNvPr id="23" name="③ 确认成功并查看结果"/>
          <p:cNvSpPr>
            <a:spLocks noGrp="1"/>
          </p:cNvSpPr>
          <p:nvPr/>
        </p:nvSpPr>
        <p:spPr>
          <a:xfrm>
            <a:off x="7943850" y="1362075"/>
            <a:ext cx="3790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确认成功并查看结果</a:t>
            </a:r>
            <a:endParaRPr sz="1725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tatus: verified"/>
          <p:cNvSpPr>
            <a:spLocks noGrp="1"/>
          </p:cNvSpPr>
          <p:nvPr/>
        </p:nvSpPr>
        <p:spPr>
          <a:xfrm>
            <a:off x="7972425" y="1781175"/>
            <a:ext cx="371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1">
                <a:solidFill>
                  <a:srgbClr val="087F8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status: verified</a:t>
            </a:r>
            <a:endParaRPr sz="1875" b="1">
              <a:solidFill>
                <a:srgbClr val="087F8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表示 26 个 CSV、8 个 JSON 核验通过， 本次新增模型调用为 0 次。"/>
          <p:cNvSpPr>
            <a:spLocks noGrp="1"/>
          </p:cNvSpPr>
          <p:nvPr/>
        </p:nvSpPr>
        <p:spPr>
          <a:xfrm>
            <a:off x="7972425" y="2219325"/>
            <a:ext cx="37147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 26 个 CSV、8 个 JSON 核验通过，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本次新增模型调用为 0 次。</a:t>
            </a:r>
            <a:endParaRPr sz="1575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新结果目录"/>
          <p:cNvSpPr>
            <a:spLocks noGrp="1"/>
          </p:cNvSpPr>
          <p:nvPr/>
        </p:nvSpPr>
        <p:spPr>
          <a:xfrm>
            <a:off x="7972425" y="296227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新结果目录</a:t>
            </a:r>
            <a:endParaRPr sz="1650" b="1">
              <a:solidFill>
                <a:srgbClr val="087F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sults/replay/&lt;时间戳&gt;/"/>
          <p:cNvSpPr>
            <a:spLocks noGrp="1"/>
          </p:cNvSpPr>
          <p:nvPr/>
        </p:nvSpPr>
        <p:spPr>
          <a:xfrm>
            <a:off x="7972425" y="32861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results/replay/&lt;时间戳&gt;/</a:t>
            </a:r>
            <a:endParaRPr sz="150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comparison.csv"/>
          <p:cNvSpPr>
            <a:spLocks noGrp="1"/>
          </p:cNvSpPr>
          <p:nvPr/>
        </p:nvSpPr>
        <p:spPr>
          <a:xfrm>
            <a:off x="7972425" y="3752850"/>
            <a:ext cx="3714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comparison.csv</a:t>
            </a:r>
            <a:endParaRPr sz="1500" b="1">
              <a:solidFill>
                <a:srgbClr val="236DB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查看三组记录数、填补次数与聚类指标"/>
          <p:cNvSpPr>
            <a:spLocks noGrp="1"/>
          </p:cNvSpPr>
          <p:nvPr/>
        </p:nvSpPr>
        <p:spPr>
          <a:xfrm>
            <a:off x="7972425" y="40481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查看三组记录数、填补次数与聚类指标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gent/cluster_profiles.csv"/>
          <p:cNvSpPr>
            <a:spLocks noGrp="1"/>
          </p:cNvSpPr>
          <p:nvPr/>
        </p:nvSpPr>
        <p:spPr>
          <a:xfrm>
            <a:off x="7972425" y="4476750"/>
            <a:ext cx="3714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1">
                <a:solidFill>
                  <a:srgbClr val="236DB2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agent/cluster_profiles.csv</a:t>
            </a:r>
            <a:endParaRPr sz="1500" b="1">
              <a:solidFill>
                <a:srgbClr val="236DB2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1" name="查看每一簇的规模、评分、大小和价格"/>
          <p:cNvSpPr>
            <a:spLocks noGrp="1"/>
          </p:cNvSpPr>
          <p:nvPr/>
        </p:nvSpPr>
        <p:spPr>
          <a:xfrm>
            <a:off x="7972425" y="47815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查看每一簇的规模、评分、大小和价格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23850" y="5448300"/>
            <a:ext cx="11553825" cy="857250"/>
          </a:xfrm>
          <a:prstGeom prst="roundRect">
            <a:avLst>
              <a:gd name="adj" fmla="val 4444"/>
            </a:avLst>
          </a:prstGeom>
          <a:solidFill>
            <a:srgbClr val="FFF4E5"/>
          </a:solidFill>
          <a:ln w="10478">
            <a:solidFill>
              <a:srgbClr val="D67A20"/>
            </a:solidFill>
            <a:prstDash val="solid"/>
          </a:ln>
        </p:spPr>
      </p:sp>
      <p:sp>
        <p:nvSpPr>
          <p:cNvPr id="33" name="可选：重新调用模型"/>
          <p:cNvSpPr>
            <a:spLocks noGrp="1"/>
          </p:cNvSpPr>
          <p:nvPr/>
        </p:nvSpPr>
        <p:spPr>
          <a:xfrm>
            <a:off x="476250" y="5657850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67A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可选：重新调用模型</a:t>
            </a:r>
            <a:endParaRPr sz="1800" b="1">
              <a:solidFill>
                <a:srgbClr val="D67A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.\scripts\run_deepseek.ps1"/>
          <p:cNvSpPr>
            <a:spLocks noGrp="1"/>
          </p:cNvSpPr>
          <p:nvPr/>
        </p:nvSpPr>
        <p:spPr>
          <a:xfrm>
            <a:off x="3343275" y="5657850"/>
            <a:ext cx="47244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lnSpc>
                <a:spcPct val="110000"/>
              </a:lnSpc>
              <a:buNone/>
              <a:def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19314C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.\scripts\run_deepseek.ps1</a:t>
            </a:r>
            <a:endParaRPr sz="1800" b="0">
              <a:solidFill>
                <a:srgbClr val="19314C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5" name="按隐藏提示输入自己的 API 密钥 使用个人调用额度"/>
          <p:cNvSpPr>
            <a:spLocks noGrp="1"/>
          </p:cNvSpPr>
          <p:nvPr/>
        </p:nvSpPr>
        <p:spPr>
          <a:xfrm>
            <a:off x="8258175" y="5600700"/>
            <a:ext cx="3448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按隐藏提示输入自己的 API 密钥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buNone/>
              <a:def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使用个人调用额度</a:t>
            </a:r>
            <a:endParaRPr sz="15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386E"/>
          </a:solidFill>
          <a:ln w="0">
            <a:noFill/>
            <a:prstDash val="solid"/>
          </a:ln>
        </p:spPr>
      </p:sp>
      <p:sp>
        <p:nvSpPr>
          <p:cNvPr id="2" name="10. 项目总结与分工"/>
          <p:cNvSpPr>
            <a:spLocks noGrp="1"/>
          </p:cNvSpPr>
          <p:nvPr/>
        </p:nvSpPr>
        <p:spPr>
          <a:xfrm>
            <a:off x="304800" y="95250"/>
            <a:ext cx="10715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 项目总结与分工</a:t>
            </a:r>
            <a:endParaRPr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11 / 11"/>
          <p:cNvSpPr>
            <a:spLocks noGrp="1"/>
          </p:cNvSpPr>
          <p:nvPr/>
        </p:nvSpPr>
        <p:spPr>
          <a:xfrm>
            <a:off x="11058525" y="133350"/>
            <a:ext cx="838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0000"/>
              </a:lnSpc>
              <a:buNone/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11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04800" y="6477000"/>
            <a:ext cx="11582400" cy="9525"/>
          </a:xfrm>
          <a:prstGeom prst="rect">
            <a:avLst/>
          </a:prstGeom>
          <a:solidFill>
            <a:srgbClr val="C3CEDA"/>
          </a:solidFill>
          <a:ln w="0">
            <a:noFill/>
            <a:prstDash val="solid"/>
          </a:ln>
        </p:spPr>
      </p:sp>
      <p:sp>
        <p:nvSpPr>
          <p:cNvPr id="5" name="https://github.com/zjw-buaa/Data-Mining-sol"/>
          <p:cNvSpPr>
            <a:spLocks noGrp="1"/>
          </p:cNvSpPr>
          <p:nvPr/>
        </p:nvSpPr>
        <p:spPr>
          <a:xfrm>
            <a:off x="304800" y="6553200"/>
            <a:ext cx="828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0000"/>
              </a:lnSpc>
              <a:buNone/>
              <a:def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https://github.com/zjw-buaa/Data-Mining-sol</a:t>
            </a:r>
            <a:endParaRPr sz="975" b="0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820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7" name="问题"/>
          <p:cNvSpPr>
            <a:spLocks noGrp="1"/>
          </p:cNvSpPr>
          <p:nvPr/>
        </p:nvSpPr>
        <p:spPr>
          <a:xfrm>
            <a:off x="88392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631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9" name="方案"/>
          <p:cNvSpPr>
            <a:spLocks noGrp="1"/>
          </p:cNvSpPr>
          <p:nvPr/>
        </p:nvSpPr>
        <p:spPr>
          <a:xfrm>
            <a:off x="96202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34415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F2F5F8"/>
          </a:solidFill>
          <a:ln w="0">
            <a:noFill/>
            <a:prstDash val="solid"/>
          </a:ln>
        </p:spPr>
      </p:sp>
      <p:sp>
        <p:nvSpPr>
          <p:cNvPr id="11" name="证据"/>
          <p:cNvSpPr>
            <a:spLocks noGrp="1"/>
          </p:cNvSpPr>
          <p:nvPr/>
        </p:nvSpPr>
        <p:spPr>
          <a:xfrm>
            <a:off x="1040130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071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endParaRPr sz="1050" b="1">
              <a:solidFill>
                <a:srgbClr val="6071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125200" y="6534150"/>
            <a:ext cx="704850" cy="295275"/>
          </a:xfrm>
          <a:prstGeom prst="roundRect">
            <a:avLst>
              <a:gd name="adj" fmla="val 9677"/>
            </a:avLst>
          </a:prstGeom>
          <a:solidFill>
            <a:srgbClr val="236DB2"/>
          </a:solidFill>
          <a:ln w="0">
            <a:noFill/>
            <a:prstDash val="solid"/>
          </a:ln>
        </p:spPr>
      </p:sp>
      <p:sp>
        <p:nvSpPr>
          <p:cNvPr id="13" name="使用"/>
          <p:cNvSpPr>
            <a:spLocks noGrp="1"/>
          </p:cNvSpPr>
          <p:nvPr/>
        </p:nvSpPr>
        <p:spPr>
          <a:xfrm>
            <a:off x="11182350" y="6553200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summary-tint"/>
          <p:cNvSpPr>
            <a:spLocks noGrp="1"/>
          </p:cNvSpPr>
          <p:nvPr/>
        </p:nvSpPr>
        <p:spPr>
          <a:xfrm>
            <a:off x="333375" y="838200"/>
            <a:ext cx="11544300" cy="1562100"/>
          </a:xfrm>
          <a:prstGeom prst="rect">
            <a:avLst/>
          </a:prstGeom>
          <a:solidFill>
            <a:srgbClr val="EEF5FD"/>
          </a:solidFill>
          <a:ln w="0">
            <a:noFill/>
          </a:ln>
        </p:spPr>
      </p:sp>
      <p:sp>
        <p:nvSpPr>
          <p:cNvPr id="26" name="矩形 13"/>
          <p:cNvSpPr>
            <a:spLocks noGrp="1"/>
          </p:cNvSpPr>
          <p:nvPr/>
        </p:nvSpPr>
        <p:spPr>
          <a:xfrm>
            <a:off x="333375" y="838200"/>
            <a:ext cx="47625" cy="1562100"/>
          </a:xfrm>
          <a:prstGeom prst="rect">
            <a:avLst/>
          </a:prstGeom>
          <a:solidFill>
            <a:srgbClr val="236DB2"/>
          </a:solidFill>
          <a:ln w="0">
            <a:noFill/>
            <a:prstDash val="solid"/>
          </a:ln>
        </p:spPr>
      </p:sp>
      <p:sp>
        <p:nvSpPr>
          <p:cNvPr id="27" name="完成的工作"/>
          <p:cNvSpPr>
            <a:spLocks noGrp="1"/>
          </p:cNvSpPr>
          <p:nvPr/>
        </p:nvSpPr>
        <p:spPr>
          <a:xfrm>
            <a:off x="523875" y="952500"/>
            <a:ext cx="111252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8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36D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</a:t>
            </a:r>
            <a:endParaRPr sz="1800" b="1">
              <a:solidFill>
                <a:srgbClr val="236D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围绕 Google Play 应用数据，完成质量检查、策略规划、预处理与聚类分析。 模型选择处理策略，本地工具执行转换和"/>
          <p:cNvSpPr>
            <a:spLocks noGrp="1"/>
          </p:cNvSpPr>
          <p:nvPr/>
        </p:nvSpPr>
        <p:spPr>
          <a:xfrm>
            <a:off x="523875" y="1381125"/>
            <a:ext cx="111252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 Google Play 应用数据，完成</a:t>
            </a:r>
            <a:r>
              <a: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质量检查、策略规划、预处理与聚类分析</a:t>
            </a:r>
            <a:r>
              <a: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模型选择处理策略</a:t>
            </a:r>
            <a:r>
              <a: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72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本地工具执行转换和计算</a:t>
            </a:r>
            <a:r>
              <a: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。用户可</a:t>
            </a:r>
            <a:r>
              <a:rPr sz="1725" b="1">
                <a:solidFill>
                  <a:srgbClr val="087F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按记录编号追溯</a:t>
            </a:r>
            <a:r>
              <a:rPr sz="1725" b="0">
                <a:solidFill>
                  <a:srgbClr val="1931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原始数据、逐条变更与运行日志。</a:t>
            </a:r>
            <a:endParaRPr sz="1800" b="0">
              <a:solidFill>
                <a:srgbClr val="1931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19"/>
          <p:cNvSpPr>
            <a:spLocks noGrp="1"/>
          </p:cNvSpPr>
          <p:nvPr/>
        </p:nvSpPr>
        <p:spPr>
          <a:xfrm>
            <a:off x="333375" y="2647950"/>
            <a:ext cx="47625" cy="238125"/>
          </a:xfrm>
          <a:prstGeom prst="rect">
            <a:avLst/>
          </a:prstGeom>
          <a:solidFill>
            <a:srgbClr val="087F83"/>
          </a:solidFill>
          <a:ln w="0">
            <a:noFill/>
            <a:prstDash val="solid"/>
          </a:ln>
        </p:spPr>
      </p:sp>
      <p:sp>
        <p:nvSpPr>
          <p:cNvPr id="30" name="小组分工"/>
          <p:cNvSpPr>
            <a:spLocks noGrp="1"/>
          </p:cNvSpPr>
          <p:nvPr/>
        </p:nvSpPr>
        <p:spPr>
          <a:xfrm>
            <a:off x="476250" y="2590800"/>
            <a:ext cx="114014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lnSpc>
                <a:spcPct val="118000"/>
              </a:lnSpc>
              <a:buNone/>
              <a:defRPr sz="18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小组分工</a:t>
            </a:r>
            <a:endParaRPr sz="1800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1" name="表格 21"/>
          <p:cNvGraphicFramePr/>
          <p:nvPr/>
        </p:nvGraphicFramePr>
        <p:xfrm>
          <a:off x="333375" y="3038475"/>
          <a:ext cx="11544300" cy="2095500"/>
        </p:xfrm>
        <a:graphic>
          <a:graphicData uri="http://schemas.openxmlformats.org/drawingml/2006/table">
            <a:tbl>
              <a:tblPr/>
              <a:tblGrid>
                <a:gridCol w="1809750"/>
                <a:gridCol w="9734550"/>
              </a:tblGrid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成员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L w="6668">
                      <a:solidFill>
                        <a:srgbClr val="D9E2EC"/>
                      </a:solidFill>
                      <a:prstDash val="solid"/>
                    </a:lnL>
                    <a:lnR w="6668">
                      <a:solidFill>
                        <a:srgbClr val="D9E2EC"/>
                      </a:solidFill>
                      <a:prstDash val="solid"/>
                    </a:lnR>
                    <a:lnT w="6668">
                      <a:solidFill>
                        <a:srgbClr val="D9E2EC"/>
                      </a:solidFill>
                      <a:prstDash val="solid"/>
                    </a:lnT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14386E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负责范围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R w="6668">
                      <a:solidFill>
                        <a:srgbClr val="D9E2EC"/>
                      </a:solidFill>
                      <a:prstDash val="solid"/>
                    </a:lnR>
                    <a:lnT w="6668">
                      <a:solidFill>
                        <a:srgbClr val="D9E2EC"/>
                      </a:solidFill>
                      <a:prstDash val="solid"/>
                    </a:lnT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236DB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闫灿宇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L w="6668">
                      <a:solidFill>
                        <a:srgbClr val="D9E2EC"/>
                      </a:solidFill>
                      <a:prstDash val="solid"/>
                    </a:lnL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项目整体把控、进度推进与汇报展示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7750A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周静雯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L w="6668">
                      <a:solidFill>
                        <a:srgbClr val="D9E2EC"/>
                      </a:solidFill>
                      <a:prstDash val="solid"/>
                    </a:lnL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F3EF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数据集调研、GitHub 仓库整理、实验报告与汇报 PPT 制作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087F8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戴想然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L w="6668">
                      <a:solidFill>
                        <a:srgbClr val="D9E2EC"/>
                      </a:solidFill>
                      <a:prstDash val="solid"/>
                    </a:lnL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EAF6F3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实验方案设计、技术实现与结果分析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B9681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赵思嘉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L w="6668">
                      <a:solidFill>
                        <a:srgbClr val="D9E2EC"/>
                      </a:solidFill>
                      <a:prstDash val="solid"/>
                    </a:lnL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FFF4E6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buNone/>
                      </a:pPr>
                      <a:r>
                        <a:rPr sz="1650" b="0">
                          <a:solidFill>
                            <a:srgbClr val="19314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数据质量与预处理策略研究、人工复核及结果解释</a:t>
                      </a:r>
                      <a:endParaRPr sz="1575" b="0">
                        <a:solidFill>
                          <a:srgbClr val="19314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228600" marR="190500" marT="76200" marB="76200" anchor="ctr">
                    <a:lnR w="6668">
                      <a:solidFill>
                        <a:srgbClr val="D9E2EC"/>
                      </a:solidFill>
                      <a:prstDash val="solid"/>
                    </a:lnR>
                    <a:lnB w="6668">
                      <a:solidFill>
                        <a:srgbClr val="D9E2EC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2" name="谢谢，欢迎提问"/>
          <p:cNvSpPr>
            <a:spLocks noGrp="1"/>
          </p:cNvSpPr>
          <p:nvPr/>
        </p:nvSpPr>
        <p:spPr>
          <a:xfrm>
            <a:off x="333375" y="5438775"/>
            <a:ext cx="115443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6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225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lnSpc>
                <a:spcPct val="118000"/>
              </a:lnSpc>
              <a:buNone/>
              <a:defRPr sz="36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438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</a:t>
            </a:r>
            <a:r>
              <a:rPr sz="3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欢迎提问！</a:t>
            </a:r>
            <a:endParaRPr sz="4400" b="1">
              <a:solidFill>
                <a:srgbClr val="1438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4798</Words>
  <Application>WPS 演示</Application>
  <PresentationFormat>Converted Presentation</PresentationFormat>
  <Paragraphs>721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Consolas</vt:lpstr>
      <vt:lpstr>Yu Gothic Medium</vt:lpstr>
      <vt:lpstr>Arial Unicode MS</vt:lpstr>
      <vt:lpstr>Aptos</vt:lpstr>
      <vt:lpstr>Segoe Print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癸</cp:lastModifiedBy>
  <cp:revision>7</cp:revision>
  <dcterms:created xsi:type="dcterms:W3CDTF">2026-10-30T08:45:00Z</dcterms:created>
  <dcterms:modified xsi:type="dcterms:W3CDTF">2026-10-30T09:57:16Z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D0C2B0B6FE6F42A693828258E4A1CA0B</vt:lpwstr>
  </property>
  <property fmtid="{D5CDD505-2E9C-101B-9397-08002B2CF9AE}" pid="3" name="KSOProductBuildVer">
    <vt:lpwstr>2052-11.8.2.12094</vt:lpwstr>
  </property>
</Properties>
</file>